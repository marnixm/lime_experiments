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omments/comment1.xml" ContentType="application/vnd.openxmlformats-officedocument.presentationml.comments+xml"/>
  <Override PartName="/ppt/notesSlides/notesSlide4.xml" ContentType="application/vnd.openxmlformats-officedocument.presentationml.notesSlide+xml"/>
  <Override PartName="/ppt/comments/comment2.xml" ContentType="application/vnd.openxmlformats-officedocument.presentationml.comments+xml"/>
  <Override PartName="/ppt/notesSlides/notesSlide5.xml" ContentType="application/vnd.openxmlformats-officedocument.presentationml.notesSlide+xml"/>
  <Override PartName="/ppt/notesSlides/notesSlide6.xml" ContentType="application/vnd.openxmlformats-officedocument.presentationml.notesSlide+xml"/>
  <Override PartName="/ppt/comments/comment3.xml" ContentType="application/vnd.openxmlformats-officedocument.presentationml.comments+xml"/>
  <Override PartName="/ppt/notesSlides/notesSlide7.xml" ContentType="application/vnd.openxmlformats-officedocument.presentationml.notesSlide+xml"/>
  <Override PartName="/ppt/notesSlides/notesSlide8.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9"/>
  </p:notesMasterIdLst>
  <p:sldIdLst>
    <p:sldId id="1152" r:id="rId2"/>
    <p:sldId id="1007" r:id="rId3"/>
    <p:sldId id="1115" r:id="rId4"/>
    <p:sldId id="1026" r:id="rId5"/>
    <p:sldId id="1047" r:id="rId6"/>
    <p:sldId id="1048" r:id="rId7"/>
    <p:sldId id="1049" r:id="rId8"/>
    <p:sldId id="1131" r:id="rId9"/>
    <p:sldId id="1132" r:id="rId10"/>
    <p:sldId id="1157" r:id="rId11"/>
    <p:sldId id="944" r:id="rId12"/>
    <p:sldId id="1138" r:id="rId13"/>
    <p:sldId id="1139" r:id="rId14"/>
    <p:sldId id="1145" r:id="rId15"/>
    <p:sldId id="1140" r:id="rId16"/>
    <p:sldId id="1146" r:id="rId17"/>
    <p:sldId id="1141" r:id="rId18"/>
    <p:sldId id="1150" r:id="rId19"/>
    <p:sldId id="1153" r:id="rId20"/>
    <p:sldId id="1142" r:id="rId21"/>
    <p:sldId id="1143" r:id="rId22"/>
    <p:sldId id="1134" r:id="rId23"/>
    <p:sldId id="1156" r:id="rId24"/>
    <p:sldId id="1158" r:id="rId25"/>
    <p:sldId id="1154" r:id="rId26"/>
    <p:sldId id="1159" r:id="rId27"/>
    <p:sldId id="1160" r:id="rId28"/>
    <p:sldId id="1155" r:id="rId29"/>
    <p:sldId id="1161" r:id="rId30"/>
    <p:sldId id="1162" r:id="rId31"/>
    <p:sldId id="1135" r:id="rId32"/>
    <p:sldId id="1165" r:id="rId33"/>
    <p:sldId id="1169" r:id="rId34"/>
    <p:sldId id="1166" r:id="rId35"/>
    <p:sldId id="1167" r:id="rId36"/>
    <p:sldId id="1170" r:id="rId37"/>
    <p:sldId id="1171" r:id="rId38"/>
    <p:sldId id="1172" r:id="rId39"/>
    <p:sldId id="1137" r:id="rId40"/>
    <p:sldId id="1168" r:id="rId41"/>
    <p:sldId id="1173" r:id="rId42"/>
    <p:sldId id="1147" r:id="rId43"/>
    <p:sldId id="1149" r:id="rId44"/>
    <p:sldId id="936" r:id="rId45"/>
    <p:sldId id="995" r:id="rId46"/>
    <p:sldId id="1128" r:id="rId47"/>
    <p:sldId id="1096" r:id="rId48"/>
  </p:sldIdLst>
  <p:sldSz cx="12192000" cy="6858000"/>
  <p:notesSz cx="6858000" cy="9144000"/>
  <p:defaultText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aas, Marnix" initials="MM" lastIdx="1" clrIdx="0">
    <p:extLst>
      <p:ext uri="{19B8F6BF-5375-455C-9EA6-DF929625EA0E}">
        <p15:presenceInfo xmlns:p15="http://schemas.microsoft.com/office/powerpoint/2012/main" userId="S::marnix.maas@accenture.com::f92e1d55-13e3-43f5-80ed-45d1ecf62407" providerId="AD"/>
      </p:ext>
    </p:extLst>
  </p:cmAuthor>
  <p:cmAuthor id="2" name="marnix maas" initials="mm" lastIdx="4" clrIdx="1">
    <p:extLst>
      <p:ext uri="{19B8F6BF-5375-455C-9EA6-DF929625EA0E}">
        <p15:presenceInfo xmlns:p15="http://schemas.microsoft.com/office/powerpoint/2012/main" userId="ee79b227f554deff"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9500"/>
    <a:srgbClr val="F8F9FD"/>
    <a:srgbClr val="FFD79D"/>
    <a:srgbClr val="FFD93A"/>
    <a:srgbClr val="F2F2F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EE55617-63FF-43D7-B3DA-208B107D82FB}" v="421" dt="2020-03-03T16:30:01.61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9645" autoAdjust="0"/>
    <p:restoredTop sz="82173" autoAdjust="0"/>
  </p:normalViewPr>
  <p:slideViewPr>
    <p:cSldViewPr snapToGrid="0">
      <p:cViewPr varScale="1">
        <p:scale>
          <a:sx n="79" d="100"/>
          <a:sy n="79" d="100"/>
        </p:scale>
        <p:origin x="974" y="7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commentAuthors" Target="commentAuthors.xml"/><Relationship Id="rId55"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notesMaster" Target="notesMasters/notesMaster1.xml"/></Relationships>
</file>

<file path=ppt/comments/comment1.xml><?xml version="1.0" encoding="utf-8"?>
<p:cmLst xmlns:a="http://schemas.openxmlformats.org/drawingml/2006/main" xmlns:r="http://schemas.openxmlformats.org/officeDocument/2006/relationships" xmlns:p="http://schemas.openxmlformats.org/presentationml/2006/main">
  <p:cm authorId="2" dt="2020-03-03T15:41:42.571" idx="1">
    <p:pos x="10" y="10"/>
    <p:text>other format?</p:text>
    <p:extLst>
      <p:ext uri="{C676402C-5697-4E1C-873F-D02D1690AC5C}">
        <p15:threadingInfo xmlns:p15="http://schemas.microsoft.com/office/powerpoint/2012/main" timeZoneBias="-60"/>
      </p:ext>
    </p:extLst>
  </p:cm>
  <p:cm authorId="2" dt="2020-03-03T16:01:22.203" idx="2">
    <p:pos x="146" y="146"/>
    <p:text>ndcg?</p:text>
    <p:extLst>
      <p:ext uri="{C676402C-5697-4E1C-873F-D02D1690AC5C}">
        <p15:threadingInfo xmlns:p15="http://schemas.microsoft.com/office/powerpoint/2012/main" timeZoneBias="-60"/>
      </p:ext>
    </p:extLst>
  </p:cm>
</p:cmLst>
</file>

<file path=ppt/comments/comment2.xml><?xml version="1.0" encoding="utf-8"?>
<p:cmLst xmlns:a="http://schemas.openxmlformats.org/drawingml/2006/main" xmlns:r="http://schemas.openxmlformats.org/officeDocument/2006/relationships" xmlns:p="http://schemas.openxmlformats.org/presentationml/2006/main">
  <p:cm authorId="2" dt="2020-03-03T16:32:17.412" idx="3">
    <p:pos x="10" y="10"/>
    <p:text>synthetic data?</p:text>
    <p:extLst>
      <p:ext uri="{C676402C-5697-4E1C-873F-D02D1690AC5C}">
        <p15:threadingInfo xmlns:p15="http://schemas.microsoft.com/office/powerpoint/2012/main" timeZoneBias="-60"/>
      </p:ext>
    </p:extLst>
  </p:cm>
</p:cmLst>
</file>

<file path=ppt/comments/comment3.xml><?xml version="1.0" encoding="utf-8"?>
<p:cmLst xmlns:a="http://schemas.openxmlformats.org/drawingml/2006/main" xmlns:r="http://schemas.openxmlformats.org/officeDocument/2006/relationships" xmlns:p="http://schemas.openxmlformats.org/presentationml/2006/main">
  <p:cm authorId="2" dt="2020-03-03T16:40:20.179" idx="4">
    <p:pos x="3978" y="2545"/>
    <p:text>binary prediction</p:text>
    <p:extLst>
      <p:ext uri="{C676402C-5697-4E1C-873F-D02D1690AC5C}">
        <p15:threadingInfo xmlns:p15="http://schemas.microsoft.com/office/powerpoint/2012/main" timeZoneBias="-60"/>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BB8C93B-F95B-4DAF-97CB-8F24D72004DD}" type="datetimeFigureOut">
              <a:rPr lang="nl-NL" smtClean="0"/>
              <a:t>3-3-2020</a:t>
            </a:fld>
            <a:endParaRPr lang="nl-NL"/>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NL"/>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9812E8D-47C1-4826-A637-A5196888E168}" type="slidenum">
              <a:rPr lang="nl-NL" smtClean="0"/>
              <a:t>‹#›</a:t>
            </a:fld>
            <a:endParaRPr lang="nl-NL"/>
          </a:p>
        </p:txBody>
      </p:sp>
    </p:spTree>
    <p:extLst>
      <p:ext uri="{BB962C8B-B14F-4D97-AF65-F5344CB8AC3E}">
        <p14:creationId xmlns:p14="http://schemas.microsoft.com/office/powerpoint/2010/main" val="329644924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9812E8D-47C1-4826-A637-A5196888E168}" type="slidenum">
              <a:rPr lang="nl-NL" smtClean="0"/>
              <a:t>1</a:t>
            </a:fld>
            <a:endParaRPr lang="nl-NL"/>
          </a:p>
        </p:txBody>
      </p:sp>
    </p:spTree>
    <p:extLst>
      <p:ext uri="{BB962C8B-B14F-4D97-AF65-F5344CB8AC3E}">
        <p14:creationId xmlns:p14="http://schemas.microsoft.com/office/powerpoint/2010/main" val="98886491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9812E8D-47C1-4826-A637-A5196888E168}" type="slidenum">
              <a:rPr lang="nl-NL" smtClean="0"/>
              <a:t>2</a:t>
            </a:fld>
            <a:endParaRPr lang="nl-NL"/>
          </a:p>
        </p:txBody>
      </p:sp>
    </p:spTree>
    <p:extLst>
      <p:ext uri="{BB962C8B-B14F-4D97-AF65-F5344CB8AC3E}">
        <p14:creationId xmlns:p14="http://schemas.microsoft.com/office/powerpoint/2010/main" val="391449136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r>
              <a:rPr lang="nl-NL" dirty="0"/>
              <a:t>-</a:t>
            </a:r>
            <a:r>
              <a:rPr lang="nl-NL" dirty="0" err="1"/>
              <a:t>If</a:t>
            </a:r>
            <a:r>
              <a:rPr lang="nl-NL" dirty="0"/>
              <a:t> we </a:t>
            </a:r>
            <a:r>
              <a:rPr lang="nl-NL" dirty="0" err="1"/>
              <a:t>can</a:t>
            </a:r>
            <a:r>
              <a:rPr lang="nl-NL" dirty="0"/>
              <a:t> show </a:t>
            </a:r>
            <a:r>
              <a:rPr lang="nl-NL" dirty="0" err="1"/>
              <a:t>it</a:t>
            </a:r>
            <a:r>
              <a:rPr lang="nl-NL" dirty="0"/>
              <a:t> is ‘</a:t>
            </a:r>
            <a:r>
              <a:rPr lang="nl-NL" dirty="0" err="1"/>
              <a:t>better</a:t>
            </a:r>
            <a:r>
              <a:rPr lang="nl-NL" dirty="0"/>
              <a:t>’ </a:t>
            </a:r>
            <a:r>
              <a:rPr lang="nl-NL" dirty="0" err="1"/>
              <a:t>than</a:t>
            </a:r>
            <a:r>
              <a:rPr lang="nl-NL" dirty="0"/>
              <a:t> </a:t>
            </a:r>
            <a:r>
              <a:rPr lang="nl-NL" dirty="0" err="1"/>
              <a:t>humans</a:t>
            </a:r>
            <a:endParaRPr lang="nl-NL" dirty="0"/>
          </a:p>
          <a:p>
            <a:r>
              <a:rPr lang="en-GB" dirty="0"/>
              <a:t>-neither can humans fully explain why they make a decision</a:t>
            </a:r>
          </a:p>
          <a:p>
            <a:endParaRPr lang="en-GB" dirty="0"/>
          </a:p>
        </p:txBody>
      </p:sp>
      <p:sp>
        <p:nvSpPr>
          <p:cNvPr id="4" name="Tijdelijke aanduiding voor dianummer 3"/>
          <p:cNvSpPr>
            <a:spLocks noGrp="1"/>
          </p:cNvSpPr>
          <p:nvPr>
            <p:ph type="sldNum" sz="quarter" idx="5"/>
          </p:nvPr>
        </p:nvSpPr>
        <p:spPr/>
        <p:txBody>
          <a:bodyPr/>
          <a:lstStyle/>
          <a:p>
            <a:fld id="{79812E8D-47C1-4826-A637-A5196888E168}" type="slidenum">
              <a:rPr lang="nl-NL" smtClean="0"/>
              <a:t>9</a:t>
            </a:fld>
            <a:endParaRPr lang="nl-NL"/>
          </a:p>
        </p:txBody>
      </p:sp>
    </p:spTree>
    <p:extLst>
      <p:ext uri="{BB962C8B-B14F-4D97-AF65-F5344CB8AC3E}">
        <p14:creationId xmlns:p14="http://schemas.microsoft.com/office/powerpoint/2010/main" val="123801792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9812E8D-47C1-4826-A637-A5196888E168}" type="slidenum">
              <a:rPr lang="nl-NL" smtClean="0"/>
              <a:t>12</a:t>
            </a:fld>
            <a:endParaRPr lang="nl-NL"/>
          </a:p>
        </p:txBody>
      </p:sp>
    </p:spTree>
    <p:extLst>
      <p:ext uri="{BB962C8B-B14F-4D97-AF65-F5344CB8AC3E}">
        <p14:creationId xmlns:p14="http://schemas.microsoft.com/office/powerpoint/2010/main" val="230470458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nl-NL" dirty="0" err="1"/>
              <a:t>Give</a:t>
            </a:r>
            <a:r>
              <a:rPr lang="nl-NL" dirty="0"/>
              <a:t> a summary of </a:t>
            </a:r>
            <a:r>
              <a:rPr lang="nl-NL" dirty="0" err="1"/>
              <a:t>what</a:t>
            </a:r>
            <a:r>
              <a:rPr lang="nl-NL" dirty="0"/>
              <a:t> I </a:t>
            </a:r>
            <a:r>
              <a:rPr lang="nl-NL" dirty="0" err="1"/>
              <a:t>just</a:t>
            </a:r>
            <a:r>
              <a:rPr lang="nl-NL" dirty="0"/>
              <a:t> </a:t>
            </a:r>
            <a:r>
              <a:rPr lang="nl-NL" dirty="0" err="1"/>
              <a:t>explained</a:t>
            </a:r>
            <a:endParaRPr lang="en-GB" dirty="0"/>
          </a:p>
        </p:txBody>
      </p:sp>
      <p:sp>
        <p:nvSpPr>
          <p:cNvPr id="4" name="Slide Number Placeholder 3"/>
          <p:cNvSpPr>
            <a:spLocks noGrp="1"/>
          </p:cNvSpPr>
          <p:nvPr>
            <p:ph type="sldNum" sz="quarter" idx="5"/>
          </p:nvPr>
        </p:nvSpPr>
        <p:spPr/>
        <p:txBody>
          <a:bodyPr/>
          <a:lstStyle/>
          <a:p>
            <a:fld id="{79812E8D-47C1-4826-A637-A5196888E168}" type="slidenum">
              <a:rPr lang="nl-NL" smtClean="0"/>
              <a:t>26</a:t>
            </a:fld>
            <a:endParaRPr lang="nl-NL"/>
          </a:p>
        </p:txBody>
      </p:sp>
    </p:spTree>
    <p:extLst>
      <p:ext uri="{BB962C8B-B14F-4D97-AF65-F5344CB8AC3E}">
        <p14:creationId xmlns:p14="http://schemas.microsoft.com/office/powerpoint/2010/main" val="394868363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nl-NL" dirty="0" err="1"/>
              <a:t>Give</a:t>
            </a:r>
            <a:r>
              <a:rPr lang="nl-NL" dirty="0"/>
              <a:t> a summary of </a:t>
            </a:r>
            <a:r>
              <a:rPr lang="nl-NL" dirty="0" err="1"/>
              <a:t>what</a:t>
            </a:r>
            <a:r>
              <a:rPr lang="nl-NL" dirty="0"/>
              <a:t> I </a:t>
            </a:r>
            <a:r>
              <a:rPr lang="nl-NL" dirty="0" err="1"/>
              <a:t>just</a:t>
            </a:r>
            <a:r>
              <a:rPr lang="nl-NL" dirty="0"/>
              <a:t> </a:t>
            </a:r>
            <a:r>
              <a:rPr lang="nl-NL" dirty="0" err="1"/>
              <a:t>explained</a:t>
            </a:r>
            <a:endParaRPr lang="en-GB" dirty="0"/>
          </a:p>
        </p:txBody>
      </p:sp>
      <p:sp>
        <p:nvSpPr>
          <p:cNvPr id="4" name="Slide Number Placeholder 3"/>
          <p:cNvSpPr>
            <a:spLocks noGrp="1"/>
          </p:cNvSpPr>
          <p:nvPr>
            <p:ph type="sldNum" sz="quarter" idx="5"/>
          </p:nvPr>
        </p:nvSpPr>
        <p:spPr/>
        <p:txBody>
          <a:bodyPr/>
          <a:lstStyle/>
          <a:p>
            <a:fld id="{79812E8D-47C1-4826-A637-A5196888E168}" type="slidenum">
              <a:rPr lang="nl-NL" smtClean="0"/>
              <a:t>27</a:t>
            </a:fld>
            <a:endParaRPr lang="nl-NL"/>
          </a:p>
        </p:txBody>
      </p:sp>
    </p:spTree>
    <p:extLst>
      <p:ext uri="{BB962C8B-B14F-4D97-AF65-F5344CB8AC3E}">
        <p14:creationId xmlns:p14="http://schemas.microsoft.com/office/powerpoint/2010/main" val="8704057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9812E8D-47C1-4826-A637-A5196888E168}" type="slidenum">
              <a:rPr lang="nl-NL" smtClean="0"/>
              <a:t>34</a:t>
            </a:fld>
            <a:endParaRPr lang="nl-NL"/>
          </a:p>
        </p:txBody>
      </p:sp>
    </p:spTree>
    <p:extLst>
      <p:ext uri="{BB962C8B-B14F-4D97-AF65-F5344CB8AC3E}">
        <p14:creationId xmlns:p14="http://schemas.microsoft.com/office/powerpoint/2010/main" val="1888001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93407406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5" Type="http://schemas.openxmlformats.org/officeDocument/2006/relationships/image" Target="../media/image4.png"/><Relationship Id="rId4"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5" Type="http://schemas.openxmlformats.org/officeDocument/2006/relationships/image" Target="../media/image5.png"/><Relationship Id="rId4"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5" Type="http://schemas.openxmlformats.org/officeDocument/2006/relationships/image" Target="../media/image6.png"/><Relationship Id="rId4" Type="http://schemas.openxmlformats.org/officeDocument/2006/relationships/image" Target="../media/image4.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7B3DFC-3EDA-45B4-9AA8-6587C626C71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nl-NL"/>
          </a:p>
        </p:txBody>
      </p:sp>
      <p:sp>
        <p:nvSpPr>
          <p:cNvPr id="3" name="Subtitle 2">
            <a:extLst>
              <a:ext uri="{FF2B5EF4-FFF2-40B4-BE49-F238E27FC236}">
                <a16:creationId xmlns:a16="http://schemas.microsoft.com/office/drawing/2014/main" id="{0FF2CAF7-8E77-46F9-BC7B-922D21852BE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nl-NL"/>
          </a:p>
        </p:txBody>
      </p:sp>
      <p:sp>
        <p:nvSpPr>
          <p:cNvPr id="4" name="Date Placeholder 3">
            <a:extLst>
              <a:ext uri="{FF2B5EF4-FFF2-40B4-BE49-F238E27FC236}">
                <a16:creationId xmlns:a16="http://schemas.microsoft.com/office/drawing/2014/main" id="{03565F7A-C54E-451D-B876-3F8F4D0F3898}"/>
              </a:ext>
            </a:extLst>
          </p:cNvPr>
          <p:cNvSpPr>
            <a:spLocks noGrp="1"/>
          </p:cNvSpPr>
          <p:nvPr>
            <p:ph type="dt" sz="half" idx="10"/>
          </p:nvPr>
        </p:nvSpPr>
        <p:spPr/>
        <p:txBody>
          <a:bodyPr/>
          <a:lstStyle/>
          <a:p>
            <a:endParaRPr lang="nl-NL"/>
          </a:p>
        </p:txBody>
      </p:sp>
      <p:sp>
        <p:nvSpPr>
          <p:cNvPr id="5" name="Footer Placeholder 4">
            <a:extLst>
              <a:ext uri="{FF2B5EF4-FFF2-40B4-BE49-F238E27FC236}">
                <a16:creationId xmlns:a16="http://schemas.microsoft.com/office/drawing/2014/main" id="{C4EE8601-8617-4695-9396-DD79FB5B12C3}"/>
              </a:ext>
            </a:extLst>
          </p:cNvPr>
          <p:cNvSpPr>
            <a:spLocks noGrp="1"/>
          </p:cNvSpPr>
          <p:nvPr>
            <p:ph type="ftr" sz="quarter" idx="11"/>
          </p:nvPr>
        </p:nvSpPr>
        <p:spPr/>
        <p:txBody>
          <a:bodyPr/>
          <a:lstStyle/>
          <a:p>
            <a:endParaRPr lang="nl-NL"/>
          </a:p>
        </p:txBody>
      </p:sp>
      <p:sp>
        <p:nvSpPr>
          <p:cNvPr id="6" name="Slide Number Placeholder 5">
            <a:extLst>
              <a:ext uri="{FF2B5EF4-FFF2-40B4-BE49-F238E27FC236}">
                <a16:creationId xmlns:a16="http://schemas.microsoft.com/office/drawing/2014/main" id="{B0B3D77F-6C4A-4B66-863A-7CD71FB9884D}"/>
              </a:ext>
            </a:extLst>
          </p:cNvPr>
          <p:cNvSpPr>
            <a:spLocks noGrp="1"/>
          </p:cNvSpPr>
          <p:nvPr>
            <p:ph type="sldNum" sz="quarter" idx="12"/>
          </p:nvPr>
        </p:nvSpPr>
        <p:spPr/>
        <p:txBody>
          <a:bodyPr/>
          <a:lstStyle/>
          <a:p>
            <a:fld id="{5C2023F8-DA26-43F2-AE62-B9DE0D023776}" type="slidenum">
              <a:rPr lang="nl-NL" smtClean="0"/>
              <a:t>‹#›</a:t>
            </a:fld>
            <a:endParaRPr lang="nl-NL"/>
          </a:p>
        </p:txBody>
      </p:sp>
    </p:spTree>
    <p:extLst>
      <p:ext uri="{BB962C8B-B14F-4D97-AF65-F5344CB8AC3E}">
        <p14:creationId xmlns:p14="http://schemas.microsoft.com/office/powerpoint/2010/main" val="31436609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93D4A7-4A71-4FAC-9077-A6B502DD3724}"/>
              </a:ext>
            </a:extLst>
          </p:cNvPr>
          <p:cNvSpPr>
            <a:spLocks noGrp="1"/>
          </p:cNvSpPr>
          <p:nvPr>
            <p:ph type="title"/>
          </p:nvPr>
        </p:nvSpPr>
        <p:spPr/>
        <p:txBody>
          <a:bodyPr/>
          <a:lstStyle/>
          <a:p>
            <a:r>
              <a:rPr lang="en-US"/>
              <a:t>Click to edit Master title style</a:t>
            </a:r>
            <a:endParaRPr lang="nl-NL"/>
          </a:p>
        </p:txBody>
      </p:sp>
      <p:sp>
        <p:nvSpPr>
          <p:cNvPr id="3" name="Content Placeholder 2">
            <a:extLst>
              <a:ext uri="{FF2B5EF4-FFF2-40B4-BE49-F238E27FC236}">
                <a16:creationId xmlns:a16="http://schemas.microsoft.com/office/drawing/2014/main" id="{DD25F9A2-40FD-4779-9B3F-CD8D9766900D}"/>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nl-NL" dirty="0"/>
          </a:p>
        </p:txBody>
      </p:sp>
      <p:sp>
        <p:nvSpPr>
          <p:cNvPr id="4" name="Date Placeholder 3">
            <a:extLst>
              <a:ext uri="{FF2B5EF4-FFF2-40B4-BE49-F238E27FC236}">
                <a16:creationId xmlns:a16="http://schemas.microsoft.com/office/drawing/2014/main" id="{FF538AC7-9450-4B13-8FF1-62B71597CB8E}"/>
              </a:ext>
            </a:extLst>
          </p:cNvPr>
          <p:cNvSpPr>
            <a:spLocks noGrp="1"/>
          </p:cNvSpPr>
          <p:nvPr>
            <p:ph type="dt" sz="half" idx="10"/>
          </p:nvPr>
        </p:nvSpPr>
        <p:spPr/>
        <p:txBody>
          <a:bodyPr/>
          <a:lstStyle/>
          <a:p>
            <a:endParaRPr lang="nl-NL"/>
          </a:p>
        </p:txBody>
      </p:sp>
      <p:sp>
        <p:nvSpPr>
          <p:cNvPr id="5" name="Footer Placeholder 4">
            <a:extLst>
              <a:ext uri="{FF2B5EF4-FFF2-40B4-BE49-F238E27FC236}">
                <a16:creationId xmlns:a16="http://schemas.microsoft.com/office/drawing/2014/main" id="{FABB630C-EEBE-4B1E-B025-00726428A818}"/>
              </a:ext>
            </a:extLst>
          </p:cNvPr>
          <p:cNvSpPr>
            <a:spLocks noGrp="1"/>
          </p:cNvSpPr>
          <p:nvPr>
            <p:ph type="ftr" sz="quarter" idx="11"/>
          </p:nvPr>
        </p:nvSpPr>
        <p:spPr/>
        <p:txBody>
          <a:bodyPr/>
          <a:lstStyle/>
          <a:p>
            <a:endParaRPr lang="nl-NL"/>
          </a:p>
        </p:txBody>
      </p:sp>
      <p:sp>
        <p:nvSpPr>
          <p:cNvPr id="6" name="Slide Number Placeholder 5">
            <a:extLst>
              <a:ext uri="{FF2B5EF4-FFF2-40B4-BE49-F238E27FC236}">
                <a16:creationId xmlns:a16="http://schemas.microsoft.com/office/drawing/2014/main" id="{F1FA8342-3930-4B6F-8246-C5703F2026A5}"/>
              </a:ext>
            </a:extLst>
          </p:cNvPr>
          <p:cNvSpPr>
            <a:spLocks noGrp="1"/>
          </p:cNvSpPr>
          <p:nvPr>
            <p:ph type="sldNum" sz="quarter" idx="12"/>
          </p:nvPr>
        </p:nvSpPr>
        <p:spPr/>
        <p:txBody>
          <a:bodyPr/>
          <a:lstStyle/>
          <a:p>
            <a:fld id="{5C2023F8-DA26-43F2-AE62-B9DE0D023776}" type="slidenum">
              <a:rPr lang="nl-NL" smtClean="0"/>
              <a:t>‹#›</a:t>
            </a:fld>
            <a:endParaRPr lang="nl-NL"/>
          </a:p>
        </p:txBody>
      </p:sp>
    </p:spTree>
    <p:extLst>
      <p:ext uri="{BB962C8B-B14F-4D97-AF65-F5344CB8AC3E}">
        <p14:creationId xmlns:p14="http://schemas.microsoft.com/office/powerpoint/2010/main" val="286577579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E660EA-1A9D-4913-AD16-1F5D6D9A9A8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nl-NL"/>
          </a:p>
        </p:txBody>
      </p:sp>
      <p:sp>
        <p:nvSpPr>
          <p:cNvPr id="3" name="Text Placeholder 2">
            <a:extLst>
              <a:ext uri="{FF2B5EF4-FFF2-40B4-BE49-F238E27FC236}">
                <a16:creationId xmlns:a16="http://schemas.microsoft.com/office/drawing/2014/main" id="{7A08748B-6D1B-4FF0-9E20-BBA41550C21C}"/>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C525AA2-4FE9-4AB6-A184-5A69748A225B}"/>
              </a:ext>
            </a:extLst>
          </p:cNvPr>
          <p:cNvSpPr>
            <a:spLocks noGrp="1"/>
          </p:cNvSpPr>
          <p:nvPr>
            <p:ph type="dt" sz="half" idx="10"/>
          </p:nvPr>
        </p:nvSpPr>
        <p:spPr/>
        <p:txBody>
          <a:bodyPr/>
          <a:lstStyle/>
          <a:p>
            <a:endParaRPr lang="nl-NL"/>
          </a:p>
        </p:txBody>
      </p:sp>
      <p:sp>
        <p:nvSpPr>
          <p:cNvPr id="5" name="Footer Placeholder 4">
            <a:extLst>
              <a:ext uri="{FF2B5EF4-FFF2-40B4-BE49-F238E27FC236}">
                <a16:creationId xmlns:a16="http://schemas.microsoft.com/office/drawing/2014/main" id="{CE31EE5E-4CB1-4294-BEA5-356DBC75CAB3}"/>
              </a:ext>
            </a:extLst>
          </p:cNvPr>
          <p:cNvSpPr>
            <a:spLocks noGrp="1"/>
          </p:cNvSpPr>
          <p:nvPr>
            <p:ph type="ftr" sz="quarter" idx="11"/>
          </p:nvPr>
        </p:nvSpPr>
        <p:spPr/>
        <p:txBody>
          <a:bodyPr/>
          <a:lstStyle/>
          <a:p>
            <a:endParaRPr lang="nl-NL"/>
          </a:p>
        </p:txBody>
      </p:sp>
      <p:sp>
        <p:nvSpPr>
          <p:cNvPr id="6" name="Slide Number Placeholder 5">
            <a:extLst>
              <a:ext uri="{FF2B5EF4-FFF2-40B4-BE49-F238E27FC236}">
                <a16:creationId xmlns:a16="http://schemas.microsoft.com/office/drawing/2014/main" id="{C538BF2D-ADC6-4BD6-A96D-8C8A3A0192DC}"/>
              </a:ext>
            </a:extLst>
          </p:cNvPr>
          <p:cNvSpPr>
            <a:spLocks noGrp="1"/>
          </p:cNvSpPr>
          <p:nvPr>
            <p:ph type="sldNum" sz="quarter" idx="12"/>
          </p:nvPr>
        </p:nvSpPr>
        <p:spPr/>
        <p:txBody>
          <a:bodyPr/>
          <a:lstStyle/>
          <a:p>
            <a:fld id="{5C2023F8-DA26-43F2-AE62-B9DE0D023776}" type="slidenum">
              <a:rPr lang="nl-NL" smtClean="0"/>
              <a:t>‹#›</a:t>
            </a:fld>
            <a:endParaRPr lang="nl-NL"/>
          </a:p>
        </p:txBody>
      </p:sp>
    </p:spTree>
    <p:extLst>
      <p:ext uri="{BB962C8B-B14F-4D97-AF65-F5344CB8AC3E}">
        <p14:creationId xmlns:p14="http://schemas.microsoft.com/office/powerpoint/2010/main" val="50139996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609774-2895-45C2-B9E7-B976553E337A}"/>
              </a:ext>
            </a:extLst>
          </p:cNvPr>
          <p:cNvSpPr>
            <a:spLocks noGrp="1"/>
          </p:cNvSpPr>
          <p:nvPr>
            <p:ph type="title"/>
          </p:nvPr>
        </p:nvSpPr>
        <p:spPr/>
        <p:txBody>
          <a:bodyPr/>
          <a:lstStyle/>
          <a:p>
            <a:r>
              <a:rPr lang="en-US"/>
              <a:t>Click to edit Master title style</a:t>
            </a:r>
            <a:endParaRPr lang="nl-NL"/>
          </a:p>
        </p:txBody>
      </p:sp>
      <p:sp>
        <p:nvSpPr>
          <p:cNvPr id="3" name="Content Placeholder 2">
            <a:extLst>
              <a:ext uri="{FF2B5EF4-FFF2-40B4-BE49-F238E27FC236}">
                <a16:creationId xmlns:a16="http://schemas.microsoft.com/office/drawing/2014/main" id="{48D96DC2-F489-4AA6-A4A7-21E36DE2DEE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sp>
        <p:nvSpPr>
          <p:cNvPr id="4" name="Content Placeholder 3">
            <a:extLst>
              <a:ext uri="{FF2B5EF4-FFF2-40B4-BE49-F238E27FC236}">
                <a16:creationId xmlns:a16="http://schemas.microsoft.com/office/drawing/2014/main" id="{C21EB681-DC23-4B6F-8B8E-DBCB70885F7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sp>
        <p:nvSpPr>
          <p:cNvPr id="5" name="Date Placeholder 4">
            <a:extLst>
              <a:ext uri="{FF2B5EF4-FFF2-40B4-BE49-F238E27FC236}">
                <a16:creationId xmlns:a16="http://schemas.microsoft.com/office/drawing/2014/main" id="{1A9137EB-65AE-4D01-A18F-5539A6076795}"/>
              </a:ext>
            </a:extLst>
          </p:cNvPr>
          <p:cNvSpPr>
            <a:spLocks noGrp="1"/>
          </p:cNvSpPr>
          <p:nvPr>
            <p:ph type="dt" sz="half" idx="10"/>
          </p:nvPr>
        </p:nvSpPr>
        <p:spPr/>
        <p:txBody>
          <a:bodyPr/>
          <a:lstStyle/>
          <a:p>
            <a:endParaRPr lang="nl-NL"/>
          </a:p>
        </p:txBody>
      </p:sp>
      <p:sp>
        <p:nvSpPr>
          <p:cNvPr id="6" name="Footer Placeholder 5">
            <a:extLst>
              <a:ext uri="{FF2B5EF4-FFF2-40B4-BE49-F238E27FC236}">
                <a16:creationId xmlns:a16="http://schemas.microsoft.com/office/drawing/2014/main" id="{D8562762-1BA3-4F91-859F-0AF1BB35FA1C}"/>
              </a:ext>
            </a:extLst>
          </p:cNvPr>
          <p:cNvSpPr>
            <a:spLocks noGrp="1"/>
          </p:cNvSpPr>
          <p:nvPr>
            <p:ph type="ftr" sz="quarter" idx="11"/>
          </p:nvPr>
        </p:nvSpPr>
        <p:spPr/>
        <p:txBody>
          <a:bodyPr/>
          <a:lstStyle/>
          <a:p>
            <a:endParaRPr lang="nl-NL"/>
          </a:p>
        </p:txBody>
      </p:sp>
      <p:sp>
        <p:nvSpPr>
          <p:cNvPr id="7" name="Slide Number Placeholder 6">
            <a:extLst>
              <a:ext uri="{FF2B5EF4-FFF2-40B4-BE49-F238E27FC236}">
                <a16:creationId xmlns:a16="http://schemas.microsoft.com/office/drawing/2014/main" id="{58353FBA-BB32-4799-B28C-B56D48BC2778}"/>
              </a:ext>
            </a:extLst>
          </p:cNvPr>
          <p:cNvSpPr>
            <a:spLocks noGrp="1"/>
          </p:cNvSpPr>
          <p:nvPr>
            <p:ph type="sldNum" sz="quarter" idx="12"/>
          </p:nvPr>
        </p:nvSpPr>
        <p:spPr/>
        <p:txBody>
          <a:bodyPr/>
          <a:lstStyle/>
          <a:p>
            <a:fld id="{5C2023F8-DA26-43F2-AE62-B9DE0D023776}" type="slidenum">
              <a:rPr lang="nl-NL" smtClean="0"/>
              <a:t>‹#›</a:t>
            </a:fld>
            <a:endParaRPr lang="nl-NL"/>
          </a:p>
        </p:txBody>
      </p:sp>
    </p:spTree>
    <p:extLst>
      <p:ext uri="{BB962C8B-B14F-4D97-AF65-F5344CB8AC3E}">
        <p14:creationId xmlns:p14="http://schemas.microsoft.com/office/powerpoint/2010/main" val="291870285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B87E82-D1D4-49EE-898F-D04D55CF5C7E}"/>
              </a:ext>
            </a:extLst>
          </p:cNvPr>
          <p:cNvSpPr>
            <a:spLocks noGrp="1"/>
          </p:cNvSpPr>
          <p:nvPr>
            <p:ph type="title"/>
          </p:nvPr>
        </p:nvSpPr>
        <p:spPr>
          <a:xfrm>
            <a:off x="839788" y="365125"/>
            <a:ext cx="10515600" cy="1325563"/>
          </a:xfrm>
        </p:spPr>
        <p:txBody>
          <a:bodyPr/>
          <a:lstStyle/>
          <a:p>
            <a:r>
              <a:rPr lang="en-US"/>
              <a:t>Click to edit Master title style</a:t>
            </a:r>
            <a:endParaRPr lang="nl-NL"/>
          </a:p>
        </p:txBody>
      </p:sp>
      <p:sp>
        <p:nvSpPr>
          <p:cNvPr id="3" name="Text Placeholder 2">
            <a:extLst>
              <a:ext uri="{FF2B5EF4-FFF2-40B4-BE49-F238E27FC236}">
                <a16:creationId xmlns:a16="http://schemas.microsoft.com/office/drawing/2014/main" id="{68BE56D3-C1FC-4A70-A78F-58BD6364C81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7FA021E-B52E-4118-8644-0BC33FF8BFF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sp>
        <p:nvSpPr>
          <p:cNvPr id="5" name="Text Placeholder 4">
            <a:extLst>
              <a:ext uri="{FF2B5EF4-FFF2-40B4-BE49-F238E27FC236}">
                <a16:creationId xmlns:a16="http://schemas.microsoft.com/office/drawing/2014/main" id="{A8572C50-D883-4597-83C9-5E085003B66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69FFD1D-98EC-4BF1-8809-62FE9FA9C554}"/>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sp>
        <p:nvSpPr>
          <p:cNvPr id="7" name="Date Placeholder 6">
            <a:extLst>
              <a:ext uri="{FF2B5EF4-FFF2-40B4-BE49-F238E27FC236}">
                <a16:creationId xmlns:a16="http://schemas.microsoft.com/office/drawing/2014/main" id="{EB6D5789-BFC0-401A-985D-1E09AA18B98B}"/>
              </a:ext>
            </a:extLst>
          </p:cNvPr>
          <p:cNvSpPr>
            <a:spLocks noGrp="1"/>
          </p:cNvSpPr>
          <p:nvPr>
            <p:ph type="dt" sz="half" idx="10"/>
          </p:nvPr>
        </p:nvSpPr>
        <p:spPr/>
        <p:txBody>
          <a:bodyPr/>
          <a:lstStyle/>
          <a:p>
            <a:endParaRPr lang="nl-NL"/>
          </a:p>
        </p:txBody>
      </p:sp>
      <p:sp>
        <p:nvSpPr>
          <p:cNvPr id="8" name="Footer Placeholder 7">
            <a:extLst>
              <a:ext uri="{FF2B5EF4-FFF2-40B4-BE49-F238E27FC236}">
                <a16:creationId xmlns:a16="http://schemas.microsoft.com/office/drawing/2014/main" id="{B8CCB192-C27F-4BB7-AD95-1EB5A3BB3FEE}"/>
              </a:ext>
            </a:extLst>
          </p:cNvPr>
          <p:cNvSpPr>
            <a:spLocks noGrp="1"/>
          </p:cNvSpPr>
          <p:nvPr>
            <p:ph type="ftr" sz="quarter" idx="11"/>
          </p:nvPr>
        </p:nvSpPr>
        <p:spPr/>
        <p:txBody>
          <a:bodyPr/>
          <a:lstStyle/>
          <a:p>
            <a:endParaRPr lang="nl-NL"/>
          </a:p>
        </p:txBody>
      </p:sp>
      <p:sp>
        <p:nvSpPr>
          <p:cNvPr id="9" name="Slide Number Placeholder 8">
            <a:extLst>
              <a:ext uri="{FF2B5EF4-FFF2-40B4-BE49-F238E27FC236}">
                <a16:creationId xmlns:a16="http://schemas.microsoft.com/office/drawing/2014/main" id="{6AC18872-A053-4D40-BB90-76F317F68637}"/>
              </a:ext>
            </a:extLst>
          </p:cNvPr>
          <p:cNvSpPr>
            <a:spLocks noGrp="1"/>
          </p:cNvSpPr>
          <p:nvPr>
            <p:ph type="sldNum" sz="quarter" idx="12"/>
          </p:nvPr>
        </p:nvSpPr>
        <p:spPr/>
        <p:txBody>
          <a:bodyPr/>
          <a:lstStyle/>
          <a:p>
            <a:fld id="{5C2023F8-DA26-43F2-AE62-B9DE0D023776}" type="slidenum">
              <a:rPr lang="nl-NL" smtClean="0"/>
              <a:t>‹#›</a:t>
            </a:fld>
            <a:endParaRPr lang="nl-NL"/>
          </a:p>
        </p:txBody>
      </p:sp>
    </p:spTree>
    <p:extLst>
      <p:ext uri="{BB962C8B-B14F-4D97-AF65-F5344CB8AC3E}">
        <p14:creationId xmlns:p14="http://schemas.microsoft.com/office/powerpoint/2010/main" val="29345397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3B9F91-3F7A-4044-BED6-65EBED399CBC}"/>
              </a:ext>
            </a:extLst>
          </p:cNvPr>
          <p:cNvSpPr>
            <a:spLocks noGrp="1"/>
          </p:cNvSpPr>
          <p:nvPr>
            <p:ph type="title"/>
          </p:nvPr>
        </p:nvSpPr>
        <p:spPr/>
        <p:txBody>
          <a:bodyPr/>
          <a:lstStyle/>
          <a:p>
            <a:r>
              <a:rPr lang="en-US"/>
              <a:t>Click to edit Master title style</a:t>
            </a:r>
            <a:endParaRPr lang="nl-NL"/>
          </a:p>
        </p:txBody>
      </p:sp>
      <p:sp>
        <p:nvSpPr>
          <p:cNvPr id="3" name="Date Placeholder 2">
            <a:extLst>
              <a:ext uri="{FF2B5EF4-FFF2-40B4-BE49-F238E27FC236}">
                <a16:creationId xmlns:a16="http://schemas.microsoft.com/office/drawing/2014/main" id="{156FEE7C-78E1-4039-8FFC-F26884A171C8}"/>
              </a:ext>
            </a:extLst>
          </p:cNvPr>
          <p:cNvSpPr>
            <a:spLocks noGrp="1"/>
          </p:cNvSpPr>
          <p:nvPr>
            <p:ph type="dt" sz="half" idx="10"/>
          </p:nvPr>
        </p:nvSpPr>
        <p:spPr/>
        <p:txBody>
          <a:bodyPr/>
          <a:lstStyle/>
          <a:p>
            <a:endParaRPr lang="nl-NL"/>
          </a:p>
        </p:txBody>
      </p:sp>
      <p:sp>
        <p:nvSpPr>
          <p:cNvPr id="4" name="Footer Placeholder 3">
            <a:extLst>
              <a:ext uri="{FF2B5EF4-FFF2-40B4-BE49-F238E27FC236}">
                <a16:creationId xmlns:a16="http://schemas.microsoft.com/office/drawing/2014/main" id="{50251A37-148B-472D-8043-1F5500B0E4D5}"/>
              </a:ext>
            </a:extLst>
          </p:cNvPr>
          <p:cNvSpPr>
            <a:spLocks noGrp="1"/>
          </p:cNvSpPr>
          <p:nvPr>
            <p:ph type="ftr" sz="quarter" idx="11"/>
          </p:nvPr>
        </p:nvSpPr>
        <p:spPr/>
        <p:txBody>
          <a:bodyPr/>
          <a:lstStyle/>
          <a:p>
            <a:endParaRPr lang="nl-NL"/>
          </a:p>
        </p:txBody>
      </p:sp>
      <p:sp>
        <p:nvSpPr>
          <p:cNvPr id="5" name="Slide Number Placeholder 4">
            <a:extLst>
              <a:ext uri="{FF2B5EF4-FFF2-40B4-BE49-F238E27FC236}">
                <a16:creationId xmlns:a16="http://schemas.microsoft.com/office/drawing/2014/main" id="{30E5E99D-AD4F-4D39-A5DD-EF3981D79E1F}"/>
              </a:ext>
            </a:extLst>
          </p:cNvPr>
          <p:cNvSpPr>
            <a:spLocks noGrp="1"/>
          </p:cNvSpPr>
          <p:nvPr>
            <p:ph type="sldNum" sz="quarter" idx="12"/>
          </p:nvPr>
        </p:nvSpPr>
        <p:spPr/>
        <p:txBody>
          <a:bodyPr/>
          <a:lstStyle/>
          <a:p>
            <a:fld id="{5C2023F8-DA26-43F2-AE62-B9DE0D023776}" type="slidenum">
              <a:rPr lang="nl-NL" smtClean="0"/>
              <a:t>‹#›</a:t>
            </a:fld>
            <a:endParaRPr lang="nl-NL"/>
          </a:p>
        </p:txBody>
      </p:sp>
    </p:spTree>
    <p:extLst>
      <p:ext uri="{BB962C8B-B14F-4D97-AF65-F5344CB8AC3E}">
        <p14:creationId xmlns:p14="http://schemas.microsoft.com/office/powerpoint/2010/main" val="222745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8FC2817-23A0-465D-893D-BFB14C38BE64}"/>
              </a:ext>
            </a:extLst>
          </p:cNvPr>
          <p:cNvSpPr>
            <a:spLocks noGrp="1"/>
          </p:cNvSpPr>
          <p:nvPr>
            <p:ph type="dt" sz="half" idx="10"/>
          </p:nvPr>
        </p:nvSpPr>
        <p:spPr/>
        <p:txBody>
          <a:bodyPr/>
          <a:lstStyle/>
          <a:p>
            <a:endParaRPr lang="nl-NL"/>
          </a:p>
        </p:txBody>
      </p:sp>
      <p:sp>
        <p:nvSpPr>
          <p:cNvPr id="3" name="Footer Placeholder 2">
            <a:extLst>
              <a:ext uri="{FF2B5EF4-FFF2-40B4-BE49-F238E27FC236}">
                <a16:creationId xmlns:a16="http://schemas.microsoft.com/office/drawing/2014/main" id="{631C8859-7A87-4BCB-92B6-D8908FD4EBFD}"/>
              </a:ext>
            </a:extLst>
          </p:cNvPr>
          <p:cNvSpPr>
            <a:spLocks noGrp="1"/>
          </p:cNvSpPr>
          <p:nvPr>
            <p:ph type="ftr" sz="quarter" idx="11"/>
          </p:nvPr>
        </p:nvSpPr>
        <p:spPr/>
        <p:txBody>
          <a:bodyPr/>
          <a:lstStyle/>
          <a:p>
            <a:endParaRPr lang="nl-NL"/>
          </a:p>
        </p:txBody>
      </p:sp>
      <p:sp>
        <p:nvSpPr>
          <p:cNvPr id="4" name="Slide Number Placeholder 3">
            <a:extLst>
              <a:ext uri="{FF2B5EF4-FFF2-40B4-BE49-F238E27FC236}">
                <a16:creationId xmlns:a16="http://schemas.microsoft.com/office/drawing/2014/main" id="{7A525FC2-473B-46DE-A2DC-072788D31A8D}"/>
              </a:ext>
            </a:extLst>
          </p:cNvPr>
          <p:cNvSpPr>
            <a:spLocks noGrp="1"/>
          </p:cNvSpPr>
          <p:nvPr>
            <p:ph type="sldNum" sz="quarter" idx="12"/>
          </p:nvPr>
        </p:nvSpPr>
        <p:spPr/>
        <p:txBody>
          <a:bodyPr/>
          <a:lstStyle/>
          <a:p>
            <a:fld id="{5C2023F8-DA26-43F2-AE62-B9DE0D023776}" type="slidenum">
              <a:rPr lang="nl-NL" smtClean="0"/>
              <a:t>‹#›</a:t>
            </a:fld>
            <a:endParaRPr lang="nl-NL"/>
          </a:p>
        </p:txBody>
      </p:sp>
    </p:spTree>
    <p:extLst>
      <p:ext uri="{BB962C8B-B14F-4D97-AF65-F5344CB8AC3E}">
        <p14:creationId xmlns:p14="http://schemas.microsoft.com/office/powerpoint/2010/main" val="75616870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5270A7-C7E2-46A6-BE5E-7E28AE84A68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nl-NL"/>
          </a:p>
        </p:txBody>
      </p:sp>
      <p:sp>
        <p:nvSpPr>
          <p:cNvPr id="3" name="Content Placeholder 2">
            <a:extLst>
              <a:ext uri="{FF2B5EF4-FFF2-40B4-BE49-F238E27FC236}">
                <a16:creationId xmlns:a16="http://schemas.microsoft.com/office/drawing/2014/main" id="{1E793F57-C19F-4054-88BB-3020802874B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sp>
        <p:nvSpPr>
          <p:cNvPr id="4" name="Text Placeholder 3">
            <a:extLst>
              <a:ext uri="{FF2B5EF4-FFF2-40B4-BE49-F238E27FC236}">
                <a16:creationId xmlns:a16="http://schemas.microsoft.com/office/drawing/2014/main" id="{519E1D94-2CAB-4654-A8FF-AB5A3626A11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9116547-867A-4C26-8EC5-1C307D4F33BD}"/>
              </a:ext>
            </a:extLst>
          </p:cNvPr>
          <p:cNvSpPr>
            <a:spLocks noGrp="1"/>
          </p:cNvSpPr>
          <p:nvPr>
            <p:ph type="dt" sz="half" idx="10"/>
          </p:nvPr>
        </p:nvSpPr>
        <p:spPr/>
        <p:txBody>
          <a:bodyPr/>
          <a:lstStyle/>
          <a:p>
            <a:endParaRPr lang="nl-NL"/>
          </a:p>
        </p:txBody>
      </p:sp>
      <p:sp>
        <p:nvSpPr>
          <p:cNvPr id="6" name="Footer Placeholder 5">
            <a:extLst>
              <a:ext uri="{FF2B5EF4-FFF2-40B4-BE49-F238E27FC236}">
                <a16:creationId xmlns:a16="http://schemas.microsoft.com/office/drawing/2014/main" id="{ED7F5DE7-D553-43E0-97C4-AD1B872715B8}"/>
              </a:ext>
            </a:extLst>
          </p:cNvPr>
          <p:cNvSpPr>
            <a:spLocks noGrp="1"/>
          </p:cNvSpPr>
          <p:nvPr>
            <p:ph type="ftr" sz="quarter" idx="11"/>
          </p:nvPr>
        </p:nvSpPr>
        <p:spPr/>
        <p:txBody>
          <a:bodyPr/>
          <a:lstStyle/>
          <a:p>
            <a:endParaRPr lang="nl-NL"/>
          </a:p>
        </p:txBody>
      </p:sp>
      <p:sp>
        <p:nvSpPr>
          <p:cNvPr id="7" name="Slide Number Placeholder 6">
            <a:extLst>
              <a:ext uri="{FF2B5EF4-FFF2-40B4-BE49-F238E27FC236}">
                <a16:creationId xmlns:a16="http://schemas.microsoft.com/office/drawing/2014/main" id="{9C6D60BB-9A08-4216-8E41-EB43A78FF814}"/>
              </a:ext>
            </a:extLst>
          </p:cNvPr>
          <p:cNvSpPr>
            <a:spLocks noGrp="1"/>
          </p:cNvSpPr>
          <p:nvPr>
            <p:ph type="sldNum" sz="quarter" idx="12"/>
          </p:nvPr>
        </p:nvSpPr>
        <p:spPr/>
        <p:txBody>
          <a:bodyPr/>
          <a:lstStyle/>
          <a:p>
            <a:fld id="{5C2023F8-DA26-43F2-AE62-B9DE0D023776}" type="slidenum">
              <a:rPr lang="nl-NL" smtClean="0"/>
              <a:t>‹#›</a:t>
            </a:fld>
            <a:endParaRPr lang="nl-NL"/>
          </a:p>
        </p:txBody>
      </p:sp>
    </p:spTree>
    <p:extLst>
      <p:ext uri="{BB962C8B-B14F-4D97-AF65-F5344CB8AC3E}">
        <p14:creationId xmlns:p14="http://schemas.microsoft.com/office/powerpoint/2010/main" val="18048081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D8B77A-43D5-4552-BFDD-D0E58B5E5F8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nl-NL"/>
          </a:p>
        </p:txBody>
      </p:sp>
      <p:sp>
        <p:nvSpPr>
          <p:cNvPr id="3" name="Picture Placeholder 2">
            <a:extLst>
              <a:ext uri="{FF2B5EF4-FFF2-40B4-BE49-F238E27FC236}">
                <a16:creationId xmlns:a16="http://schemas.microsoft.com/office/drawing/2014/main" id="{9CEB3207-2757-475B-B9B2-52CAB4DB5C6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nl-NL"/>
          </a:p>
        </p:txBody>
      </p:sp>
      <p:sp>
        <p:nvSpPr>
          <p:cNvPr id="4" name="Text Placeholder 3">
            <a:extLst>
              <a:ext uri="{FF2B5EF4-FFF2-40B4-BE49-F238E27FC236}">
                <a16:creationId xmlns:a16="http://schemas.microsoft.com/office/drawing/2014/main" id="{33BF01A9-59EE-4F6E-A40C-ECDE57A4F93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86B9613-9F0E-4D3F-A79D-11A000D4AF35}"/>
              </a:ext>
            </a:extLst>
          </p:cNvPr>
          <p:cNvSpPr>
            <a:spLocks noGrp="1"/>
          </p:cNvSpPr>
          <p:nvPr>
            <p:ph type="dt" sz="half" idx="10"/>
          </p:nvPr>
        </p:nvSpPr>
        <p:spPr/>
        <p:txBody>
          <a:bodyPr/>
          <a:lstStyle/>
          <a:p>
            <a:endParaRPr lang="nl-NL"/>
          </a:p>
        </p:txBody>
      </p:sp>
      <p:sp>
        <p:nvSpPr>
          <p:cNvPr id="6" name="Footer Placeholder 5">
            <a:extLst>
              <a:ext uri="{FF2B5EF4-FFF2-40B4-BE49-F238E27FC236}">
                <a16:creationId xmlns:a16="http://schemas.microsoft.com/office/drawing/2014/main" id="{EA2114BD-6F8D-4D5C-A903-D8589C1CDE59}"/>
              </a:ext>
            </a:extLst>
          </p:cNvPr>
          <p:cNvSpPr>
            <a:spLocks noGrp="1"/>
          </p:cNvSpPr>
          <p:nvPr>
            <p:ph type="ftr" sz="quarter" idx="11"/>
          </p:nvPr>
        </p:nvSpPr>
        <p:spPr/>
        <p:txBody>
          <a:bodyPr/>
          <a:lstStyle/>
          <a:p>
            <a:endParaRPr lang="nl-NL"/>
          </a:p>
        </p:txBody>
      </p:sp>
      <p:sp>
        <p:nvSpPr>
          <p:cNvPr id="7" name="Slide Number Placeholder 6">
            <a:extLst>
              <a:ext uri="{FF2B5EF4-FFF2-40B4-BE49-F238E27FC236}">
                <a16:creationId xmlns:a16="http://schemas.microsoft.com/office/drawing/2014/main" id="{8DFC35D0-EC01-48EB-943F-4B40B39D3902}"/>
              </a:ext>
            </a:extLst>
          </p:cNvPr>
          <p:cNvSpPr>
            <a:spLocks noGrp="1"/>
          </p:cNvSpPr>
          <p:nvPr>
            <p:ph type="sldNum" sz="quarter" idx="12"/>
          </p:nvPr>
        </p:nvSpPr>
        <p:spPr/>
        <p:txBody>
          <a:bodyPr/>
          <a:lstStyle/>
          <a:p>
            <a:fld id="{5C2023F8-DA26-43F2-AE62-B9DE0D023776}" type="slidenum">
              <a:rPr lang="nl-NL" smtClean="0"/>
              <a:t>‹#›</a:t>
            </a:fld>
            <a:endParaRPr lang="nl-NL"/>
          </a:p>
        </p:txBody>
      </p:sp>
    </p:spTree>
    <p:extLst>
      <p:ext uri="{BB962C8B-B14F-4D97-AF65-F5344CB8AC3E}">
        <p14:creationId xmlns:p14="http://schemas.microsoft.com/office/powerpoint/2010/main" val="5279655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DAFB84-18A0-414D-8266-86E02D1698AE}"/>
              </a:ext>
            </a:extLst>
          </p:cNvPr>
          <p:cNvSpPr>
            <a:spLocks noGrp="1"/>
          </p:cNvSpPr>
          <p:nvPr>
            <p:ph type="title"/>
          </p:nvPr>
        </p:nvSpPr>
        <p:spPr/>
        <p:txBody>
          <a:bodyPr/>
          <a:lstStyle/>
          <a:p>
            <a:r>
              <a:rPr lang="en-US"/>
              <a:t>Click to edit Master title style</a:t>
            </a:r>
            <a:endParaRPr lang="nl-NL"/>
          </a:p>
        </p:txBody>
      </p:sp>
      <p:sp>
        <p:nvSpPr>
          <p:cNvPr id="3" name="Vertical Text Placeholder 2">
            <a:extLst>
              <a:ext uri="{FF2B5EF4-FFF2-40B4-BE49-F238E27FC236}">
                <a16:creationId xmlns:a16="http://schemas.microsoft.com/office/drawing/2014/main" id="{C3ED100C-0C92-4A01-BA4D-FE9AC1FC85E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sp>
        <p:nvSpPr>
          <p:cNvPr id="4" name="Date Placeholder 3">
            <a:extLst>
              <a:ext uri="{FF2B5EF4-FFF2-40B4-BE49-F238E27FC236}">
                <a16:creationId xmlns:a16="http://schemas.microsoft.com/office/drawing/2014/main" id="{2CF46E0D-6869-4189-99E7-2EEBC4F0BEDF}"/>
              </a:ext>
            </a:extLst>
          </p:cNvPr>
          <p:cNvSpPr>
            <a:spLocks noGrp="1"/>
          </p:cNvSpPr>
          <p:nvPr>
            <p:ph type="dt" sz="half" idx="10"/>
          </p:nvPr>
        </p:nvSpPr>
        <p:spPr/>
        <p:txBody>
          <a:bodyPr/>
          <a:lstStyle/>
          <a:p>
            <a:endParaRPr lang="nl-NL"/>
          </a:p>
        </p:txBody>
      </p:sp>
      <p:sp>
        <p:nvSpPr>
          <p:cNvPr id="5" name="Footer Placeholder 4">
            <a:extLst>
              <a:ext uri="{FF2B5EF4-FFF2-40B4-BE49-F238E27FC236}">
                <a16:creationId xmlns:a16="http://schemas.microsoft.com/office/drawing/2014/main" id="{6F59F4F5-729B-47EF-9DCE-6C2EE169F9D6}"/>
              </a:ext>
            </a:extLst>
          </p:cNvPr>
          <p:cNvSpPr>
            <a:spLocks noGrp="1"/>
          </p:cNvSpPr>
          <p:nvPr>
            <p:ph type="ftr" sz="quarter" idx="11"/>
          </p:nvPr>
        </p:nvSpPr>
        <p:spPr/>
        <p:txBody>
          <a:bodyPr/>
          <a:lstStyle/>
          <a:p>
            <a:endParaRPr lang="nl-NL"/>
          </a:p>
        </p:txBody>
      </p:sp>
      <p:sp>
        <p:nvSpPr>
          <p:cNvPr id="6" name="Slide Number Placeholder 5">
            <a:extLst>
              <a:ext uri="{FF2B5EF4-FFF2-40B4-BE49-F238E27FC236}">
                <a16:creationId xmlns:a16="http://schemas.microsoft.com/office/drawing/2014/main" id="{6CC271BA-9C70-4CA3-B0EC-380190B45FA2}"/>
              </a:ext>
            </a:extLst>
          </p:cNvPr>
          <p:cNvSpPr>
            <a:spLocks noGrp="1"/>
          </p:cNvSpPr>
          <p:nvPr>
            <p:ph type="sldNum" sz="quarter" idx="12"/>
          </p:nvPr>
        </p:nvSpPr>
        <p:spPr/>
        <p:txBody>
          <a:bodyPr/>
          <a:lstStyle/>
          <a:p>
            <a:fld id="{5C2023F8-DA26-43F2-AE62-B9DE0D023776}" type="slidenum">
              <a:rPr lang="nl-NL" smtClean="0"/>
              <a:t>‹#›</a:t>
            </a:fld>
            <a:endParaRPr lang="nl-NL"/>
          </a:p>
        </p:txBody>
      </p:sp>
    </p:spTree>
    <p:extLst>
      <p:ext uri="{BB962C8B-B14F-4D97-AF65-F5344CB8AC3E}">
        <p14:creationId xmlns:p14="http://schemas.microsoft.com/office/powerpoint/2010/main" val="253469470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D38A653-6637-4B85-A7B3-CF303AEF4939}"/>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nl-NL"/>
          </a:p>
        </p:txBody>
      </p:sp>
      <p:sp>
        <p:nvSpPr>
          <p:cNvPr id="3" name="Vertical Text Placeholder 2">
            <a:extLst>
              <a:ext uri="{FF2B5EF4-FFF2-40B4-BE49-F238E27FC236}">
                <a16:creationId xmlns:a16="http://schemas.microsoft.com/office/drawing/2014/main" id="{03301E71-080E-4967-B655-447ECAB7596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sp>
        <p:nvSpPr>
          <p:cNvPr id="4" name="Date Placeholder 3">
            <a:extLst>
              <a:ext uri="{FF2B5EF4-FFF2-40B4-BE49-F238E27FC236}">
                <a16:creationId xmlns:a16="http://schemas.microsoft.com/office/drawing/2014/main" id="{27A8AB43-8513-4E5F-932D-91C537DA435B}"/>
              </a:ext>
            </a:extLst>
          </p:cNvPr>
          <p:cNvSpPr>
            <a:spLocks noGrp="1"/>
          </p:cNvSpPr>
          <p:nvPr>
            <p:ph type="dt" sz="half" idx="10"/>
          </p:nvPr>
        </p:nvSpPr>
        <p:spPr/>
        <p:txBody>
          <a:bodyPr/>
          <a:lstStyle/>
          <a:p>
            <a:endParaRPr lang="nl-NL"/>
          </a:p>
        </p:txBody>
      </p:sp>
      <p:sp>
        <p:nvSpPr>
          <p:cNvPr id="5" name="Footer Placeholder 4">
            <a:extLst>
              <a:ext uri="{FF2B5EF4-FFF2-40B4-BE49-F238E27FC236}">
                <a16:creationId xmlns:a16="http://schemas.microsoft.com/office/drawing/2014/main" id="{E2433864-7987-4E66-82B6-E4EE05EF4F6A}"/>
              </a:ext>
            </a:extLst>
          </p:cNvPr>
          <p:cNvSpPr>
            <a:spLocks noGrp="1"/>
          </p:cNvSpPr>
          <p:nvPr>
            <p:ph type="ftr" sz="quarter" idx="11"/>
          </p:nvPr>
        </p:nvSpPr>
        <p:spPr/>
        <p:txBody>
          <a:bodyPr/>
          <a:lstStyle/>
          <a:p>
            <a:endParaRPr lang="nl-NL"/>
          </a:p>
        </p:txBody>
      </p:sp>
      <p:sp>
        <p:nvSpPr>
          <p:cNvPr id="6" name="Slide Number Placeholder 5">
            <a:extLst>
              <a:ext uri="{FF2B5EF4-FFF2-40B4-BE49-F238E27FC236}">
                <a16:creationId xmlns:a16="http://schemas.microsoft.com/office/drawing/2014/main" id="{E23801D0-9CC7-483B-B202-E664D89611B9}"/>
              </a:ext>
            </a:extLst>
          </p:cNvPr>
          <p:cNvSpPr>
            <a:spLocks noGrp="1"/>
          </p:cNvSpPr>
          <p:nvPr>
            <p:ph type="sldNum" sz="quarter" idx="12"/>
          </p:nvPr>
        </p:nvSpPr>
        <p:spPr/>
        <p:txBody>
          <a:bodyPr/>
          <a:lstStyle/>
          <a:p>
            <a:fld id="{5C2023F8-DA26-43F2-AE62-B9DE0D023776}" type="slidenum">
              <a:rPr lang="nl-NL" smtClean="0"/>
              <a:t>‹#›</a:t>
            </a:fld>
            <a:endParaRPr lang="nl-NL"/>
          </a:p>
        </p:txBody>
      </p:sp>
    </p:spTree>
    <p:extLst>
      <p:ext uri="{BB962C8B-B14F-4D97-AF65-F5344CB8AC3E}">
        <p14:creationId xmlns:p14="http://schemas.microsoft.com/office/powerpoint/2010/main" val="328637346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userDrawn="1">
  <p:cSld name="Cover 3.1 — Dimensional Pos &gt;">
    <p:bg>
      <p:bgPr>
        <a:solidFill>
          <a:schemeClr val="accent1">
            <a:lumMod val="20000"/>
            <a:lumOff val="80000"/>
            <a:alpha val="20000"/>
          </a:schemeClr>
        </a:solidFill>
        <a:effectLst/>
      </p:bgPr>
    </p:bg>
    <p:spTree>
      <p:nvGrpSpPr>
        <p:cNvPr id="1" name=""/>
        <p:cNvGrpSpPr/>
        <p:nvPr/>
      </p:nvGrpSpPr>
      <p:grpSpPr>
        <a:xfrm>
          <a:off x="0" y="0"/>
          <a:ext cx="0" cy="0"/>
          <a:chOff x="0" y="0"/>
          <a:chExt cx="0" cy="0"/>
        </a:xfrm>
      </p:grpSpPr>
      <p:pic>
        <p:nvPicPr>
          <p:cNvPr id="15" name="Picture 14"/>
          <p:cNvPicPr>
            <a:picLocks noChangeAspect="1"/>
          </p:cNvPicPr>
          <p:nvPr userDrawn="1"/>
        </p:nvPicPr>
        <p:blipFill rotWithShape="1">
          <a:blip r:embed="rId2" cstate="screen">
            <a:alphaModFix amt="50000"/>
            <a:extLst>
              <a:ext uri="{28A0092B-C50C-407E-A947-70E740481C1C}">
                <a14:useLocalDpi xmlns:a14="http://schemas.microsoft.com/office/drawing/2010/main"/>
              </a:ext>
            </a:extLst>
          </a:blip>
          <a:srcRect t="13415" b="9908"/>
          <a:stretch/>
        </p:blipFill>
        <p:spPr>
          <a:xfrm>
            <a:off x="3321983" y="-1"/>
            <a:ext cx="8626155" cy="6858001"/>
          </a:xfrm>
          <a:prstGeom prst="rect">
            <a:avLst/>
          </a:prstGeom>
        </p:spPr>
      </p:pic>
      <p:sp>
        <p:nvSpPr>
          <p:cNvPr id="8" name="MasterTitle"/>
          <p:cNvSpPr>
            <a:spLocks noGrp="1"/>
          </p:cNvSpPr>
          <p:nvPr userDrawn="1">
            <p:ph type="title" hasCustomPrompt="1"/>
          </p:nvPr>
        </p:nvSpPr>
        <p:spPr>
          <a:xfrm>
            <a:off x="675514" y="2198083"/>
            <a:ext cx="9668282" cy="2769028"/>
          </a:xfrm>
        </p:spPr>
        <p:txBody>
          <a:bodyPr wrap="square" tIns="182880" anchor="ctr" anchorCtr="0">
            <a:spAutoFit/>
          </a:bodyPr>
          <a:lstStyle>
            <a:lvl1pPr algn="l">
              <a:lnSpc>
                <a:spcPts val="9498"/>
              </a:lnSpc>
              <a:defRPr sz="11998" b="0" i="0" spc="-300" baseline="0">
                <a:solidFill>
                  <a:schemeClr val="tx1"/>
                </a:solidFill>
              </a:defRPr>
            </a:lvl1pPr>
          </a:lstStyle>
          <a:p>
            <a:r>
              <a:rPr lang="en-US" dirty="0"/>
              <a:t>THREE STACKED HEADLINE</a:t>
            </a:r>
            <a:endParaRPr lang="en-AU" dirty="0"/>
          </a:p>
        </p:txBody>
      </p:sp>
      <p:pic>
        <p:nvPicPr>
          <p:cNvPr id="12" name="Acc_MobilityBLACK" hidden="1"/>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8194827" y="541385"/>
            <a:ext cx="3430214" cy="527557"/>
          </a:xfrm>
          <a:prstGeom prst="rect">
            <a:avLst/>
          </a:prstGeom>
        </p:spPr>
      </p:pic>
      <p:pic>
        <p:nvPicPr>
          <p:cNvPr id="13" name="Acc_InteractiveBLACK" hidden="1"/>
          <p:cNvPicPr>
            <a:picLocks noChangeAspect="1"/>
          </p:cNvPicPr>
          <p:nvPr userDrawn="1"/>
        </p:nvPicPr>
        <p:blipFill>
          <a:blip r:embed="rId4" cstate="screen">
            <a:extLst>
              <a:ext uri="{28A0092B-C50C-407E-A947-70E740481C1C}">
                <a14:useLocalDpi xmlns:a14="http://schemas.microsoft.com/office/drawing/2010/main"/>
              </a:ext>
            </a:extLst>
          </a:blip>
          <a:stretch>
            <a:fillRect/>
          </a:stretch>
        </p:blipFill>
        <p:spPr>
          <a:xfrm>
            <a:off x="8194486" y="551413"/>
            <a:ext cx="3443260" cy="518866"/>
          </a:xfrm>
          <a:prstGeom prst="rect">
            <a:avLst/>
          </a:prstGeom>
        </p:spPr>
      </p:pic>
      <p:pic>
        <p:nvPicPr>
          <p:cNvPr id="14" name="Acc_AnalyticsBLACK" hidden="1"/>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8196099" y="541708"/>
            <a:ext cx="3428941" cy="528482"/>
          </a:xfrm>
          <a:prstGeom prst="rect">
            <a:avLst/>
          </a:prstGeom>
        </p:spPr>
      </p:pic>
    </p:spTree>
    <p:extLst>
      <p:ext uri="{BB962C8B-B14F-4D97-AF65-F5344CB8AC3E}">
        <p14:creationId xmlns:p14="http://schemas.microsoft.com/office/powerpoint/2010/main" val="1525248054"/>
      </p:ext>
    </p:extLst>
  </p:cSld>
  <p:clrMapOvr>
    <a:masterClrMapping/>
  </p:clrMapOvr>
  <p:extLst>
    <p:ext uri="{DCECCB84-F9BA-43D5-87BE-67443E8EF086}">
      <p15:sldGuideLst xmlns:p15="http://schemas.microsoft.com/office/powerpoint/2012/main">
        <p15:guide id="1" pos="6968">
          <p15:clr>
            <a:srgbClr val="5ACBF0"/>
          </p15:clr>
        </p15:guide>
        <p15:guide id="2" pos="709">
          <p15:clr>
            <a:srgbClr val="5ACBF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1_Cover 3.1 — Dimensional Pos &gt;">
    <p:bg>
      <p:bgPr>
        <a:solidFill>
          <a:schemeClr val="accent1">
            <a:lumMod val="20000"/>
            <a:lumOff val="80000"/>
            <a:alpha val="20000"/>
          </a:schemeClr>
        </a:solidFill>
        <a:effectLst/>
      </p:bgPr>
    </p:bg>
    <p:spTree>
      <p:nvGrpSpPr>
        <p:cNvPr id="1" name=""/>
        <p:cNvGrpSpPr/>
        <p:nvPr/>
      </p:nvGrpSpPr>
      <p:grpSpPr>
        <a:xfrm>
          <a:off x="0" y="0"/>
          <a:ext cx="0" cy="0"/>
          <a:chOff x="0" y="0"/>
          <a:chExt cx="0" cy="0"/>
        </a:xfrm>
      </p:grpSpPr>
      <p:sp>
        <p:nvSpPr>
          <p:cNvPr id="2" name="Rechthoek 1">
            <a:extLst>
              <a:ext uri="{FF2B5EF4-FFF2-40B4-BE49-F238E27FC236}">
                <a16:creationId xmlns:a16="http://schemas.microsoft.com/office/drawing/2014/main" id="{C74C653A-6981-4F16-B277-C5F25480BA8E}"/>
              </a:ext>
            </a:extLst>
          </p:cNvPr>
          <p:cNvSpPr/>
          <p:nvPr userDrawn="1"/>
        </p:nvSpPr>
        <p:spPr>
          <a:xfrm>
            <a:off x="838200" y="1254007"/>
            <a:ext cx="3600000" cy="28800"/>
          </a:xfrm>
          <a:prstGeom prst="rect">
            <a:avLst/>
          </a:prstGeom>
          <a:solidFill>
            <a:srgbClr val="FF95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2" name="Acc_MobilityBLACK" hidden="1"/>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194827" y="541385"/>
            <a:ext cx="3430214" cy="527557"/>
          </a:xfrm>
          <a:prstGeom prst="rect">
            <a:avLst/>
          </a:prstGeom>
        </p:spPr>
      </p:pic>
      <p:pic>
        <p:nvPicPr>
          <p:cNvPr id="13" name="Acc_InteractiveBLACK" hidden="1"/>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8194486" y="551413"/>
            <a:ext cx="3443260" cy="518866"/>
          </a:xfrm>
          <a:prstGeom prst="rect">
            <a:avLst/>
          </a:prstGeom>
        </p:spPr>
      </p:pic>
      <p:pic>
        <p:nvPicPr>
          <p:cNvPr id="14" name="Acc_AnalyticsBLACK" hidden="1"/>
          <p:cNvPicPr>
            <a:picLocks noChangeAspect="1"/>
          </p:cNvPicPr>
          <p:nvPr userDrawn="1"/>
        </p:nvPicPr>
        <p:blipFill>
          <a:blip r:embed="rId4" cstate="screen">
            <a:extLst>
              <a:ext uri="{28A0092B-C50C-407E-A947-70E740481C1C}">
                <a14:useLocalDpi xmlns:a14="http://schemas.microsoft.com/office/drawing/2010/main"/>
              </a:ext>
            </a:extLst>
          </a:blip>
          <a:stretch>
            <a:fillRect/>
          </a:stretch>
        </p:blipFill>
        <p:spPr>
          <a:xfrm>
            <a:off x="8196099" y="541708"/>
            <a:ext cx="3428941" cy="528482"/>
          </a:xfrm>
          <a:prstGeom prst="rect">
            <a:avLst/>
          </a:prstGeom>
        </p:spPr>
      </p:pic>
      <p:pic>
        <p:nvPicPr>
          <p:cNvPr id="34" name="Acc_DigitalBLACK"/>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8440895" y="5888218"/>
            <a:ext cx="2579389" cy="499527"/>
          </a:xfrm>
          <a:prstGeom prst="rect">
            <a:avLst/>
          </a:prstGeom>
        </p:spPr>
      </p:pic>
      <p:sp>
        <p:nvSpPr>
          <p:cNvPr id="9" name="Title Placeholder 1">
            <a:extLst>
              <a:ext uri="{FF2B5EF4-FFF2-40B4-BE49-F238E27FC236}">
                <a16:creationId xmlns:a16="http://schemas.microsoft.com/office/drawing/2014/main" id="{0022FE8B-D694-4678-BC51-B270B0CB360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endParaRPr lang="nl-NL" dirty="0"/>
          </a:p>
        </p:txBody>
      </p:sp>
      <p:sp>
        <p:nvSpPr>
          <p:cNvPr id="10" name="Text Placeholder 2">
            <a:extLst>
              <a:ext uri="{FF2B5EF4-FFF2-40B4-BE49-F238E27FC236}">
                <a16:creationId xmlns:a16="http://schemas.microsoft.com/office/drawing/2014/main" id="{EDF83913-5DE7-4B6D-822B-928E94DAC8DF}"/>
              </a:ext>
            </a:extLst>
          </p:cNvPr>
          <p:cNvSpPr>
            <a:spLocks noGrp="1"/>
          </p:cNvSpPr>
          <p:nvPr>
            <p:ph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nl-NL" dirty="0"/>
          </a:p>
        </p:txBody>
      </p:sp>
      <p:sp>
        <p:nvSpPr>
          <p:cNvPr id="15" name="Slide Number Placeholder 3">
            <a:extLst>
              <a:ext uri="{FF2B5EF4-FFF2-40B4-BE49-F238E27FC236}">
                <a16:creationId xmlns:a16="http://schemas.microsoft.com/office/drawing/2014/main" id="{337C575E-2010-432C-B7A5-7745AC0E9D93}"/>
              </a:ext>
            </a:extLst>
          </p:cNvPr>
          <p:cNvSpPr>
            <a:spLocks noGrp="1"/>
          </p:cNvSpPr>
          <p:nvPr>
            <p:ph type="sldNum" sz="quarter" idx="11"/>
          </p:nvPr>
        </p:nvSpPr>
        <p:spPr>
          <a:xfrm>
            <a:off x="8610600" y="6356350"/>
            <a:ext cx="2743200" cy="365125"/>
          </a:xfrm>
        </p:spPr>
        <p:txBody>
          <a:bodyPr/>
          <a:lstStyle/>
          <a:p>
            <a:pPr>
              <a:defRPr/>
            </a:pPr>
            <a:fld id="{90CBDC3A-D49F-4631-A8C7-55D59B33E5FA}" type="slidenum">
              <a:rPr lang="en-US" smtClean="0"/>
              <a:pPr>
                <a:defRPr/>
              </a:pPr>
              <a:t>‹#›</a:t>
            </a:fld>
            <a:endParaRPr lang="en-US" dirty="0"/>
          </a:p>
        </p:txBody>
      </p:sp>
    </p:spTree>
    <p:extLst>
      <p:ext uri="{BB962C8B-B14F-4D97-AF65-F5344CB8AC3E}">
        <p14:creationId xmlns:p14="http://schemas.microsoft.com/office/powerpoint/2010/main" val="4086542757"/>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pos="6968">
          <p15:clr>
            <a:srgbClr val="5ACBF0"/>
          </p15:clr>
        </p15:guide>
        <p15:guide id="2" pos="709">
          <p15:clr>
            <a:srgbClr val="5ACBF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Divider 5.2">
    <p:bg>
      <p:bgPr>
        <a:solidFill>
          <a:srgbClr val="FFD93A"/>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25172" y="2227614"/>
            <a:ext cx="7556276" cy="2402774"/>
          </a:xfrm>
        </p:spPr>
        <p:txBody>
          <a:bodyPr>
            <a:spAutoFit/>
          </a:bodyPr>
          <a:lstStyle>
            <a:lvl1pPr algn="l">
              <a:lnSpc>
                <a:spcPct val="70000"/>
              </a:lnSpc>
              <a:defRPr sz="6999" b="0" i="0">
                <a:solidFill>
                  <a:schemeClr val="tx1"/>
                </a:solidFill>
              </a:defRPr>
            </a:lvl1pPr>
          </a:lstStyle>
          <a:p>
            <a:r>
              <a:rPr lang="en-AU" dirty="0"/>
              <a:t>MAX 70pt</a:t>
            </a:r>
            <a:br>
              <a:rPr lang="en-AU" dirty="0"/>
            </a:br>
            <a:r>
              <a:rPr lang="en-AU" dirty="0"/>
              <a:t>MIN 50pt </a:t>
            </a:r>
            <a:br>
              <a:rPr lang="en-AU" dirty="0"/>
            </a:br>
            <a:r>
              <a:rPr lang="en-AU" dirty="0"/>
              <a:t>MAX 5 LINES</a:t>
            </a:r>
            <a:endParaRPr lang="en-US" dirty="0"/>
          </a:p>
        </p:txBody>
      </p:sp>
      <p:sp>
        <p:nvSpPr>
          <p:cNvPr id="4" name="Slide Number Placeholder 3"/>
          <p:cNvSpPr>
            <a:spLocks noGrp="1"/>
          </p:cNvSpPr>
          <p:nvPr>
            <p:ph type="sldNum" sz="quarter" idx="11"/>
          </p:nvPr>
        </p:nvSpPr>
        <p:spPr/>
        <p:txBody>
          <a:bodyPr/>
          <a:lstStyle/>
          <a:p>
            <a:pPr>
              <a:defRPr/>
            </a:pPr>
            <a:fld id="{90CBDC3A-D49F-4631-A8C7-55D59B33E5FA}" type="slidenum">
              <a:rPr lang="en-US" smtClean="0"/>
              <a:pPr>
                <a:defRPr/>
              </a:pPr>
              <a:t>‹#›</a:t>
            </a:fld>
            <a:endParaRPr lang="en-US" dirty="0"/>
          </a:p>
        </p:txBody>
      </p:sp>
      <p:pic>
        <p:nvPicPr>
          <p:cNvPr id="5" name="Acc_DigitalBLACK">
            <a:extLst>
              <a:ext uri="{FF2B5EF4-FFF2-40B4-BE49-F238E27FC236}">
                <a16:creationId xmlns:a16="http://schemas.microsoft.com/office/drawing/2014/main" id="{6CFA253C-2226-488E-83EA-D07870C64B76}"/>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440895" y="5888218"/>
            <a:ext cx="2579389" cy="499527"/>
          </a:xfrm>
          <a:prstGeom prst="rect">
            <a:avLst/>
          </a:prstGeom>
        </p:spPr>
      </p:pic>
    </p:spTree>
    <p:extLst>
      <p:ext uri="{BB962C8B-B14F-4D97-AF65-F5344CB8AC3E}">
        <p14:creationId xmlns:p14="http://schemas.microsoft.com/office/powerpoint/2010/main" val="95544788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userDrawn="1">
  <p:cSld name="Blank 1.6">
    <p:bg>
      <p:bgPr>
        <a:solidFill>
          <a:schemeClr val="accent1"/>
        </a:solidFill>
        <a:effectLst/>
      </p:bgPr>
    </p:bg>
    <p:spTree>
      <p:nvGrpSpPr>
        <p:cNvPr id="1" name=""/>
        <p:cNvGrpSpPr/>
        <p:nvPr/>
      </p:nvGrpSpPr>
      <p:grpSpPr>
        <a:xfrm>
          <a:off x="0" y="0"/>
          <a:ext cx="0" cy="0"/>
          <a:chOff x="0" y="0"/>
          <a:chExt cx="0" cy="0"/>
        </a:xfrm>
      </p:grpSpPr>
      <p:sp>
        <p:nvSpPr>
          <p:cNvPr id="2" name="Footer Placeholder 1"/>
          <p:cNvSpPr>
            <a:spLocks noGrp="1"/>
          </p:cNvSpPr>
          <p:nvPr>
            <p:ph type="ftr" sz="quarter" idx="34"/>
          </p:nvPr>
        </p:nvSpPr>
        <p:spPr/>
        <p:txBody>
          <a:bodyPr/>
          <a:lstStyle/>
          <a:p>
            <a:endParaRPr lang="en-AU" dirty="0"/>
          </a:p>
        </p:txBody>
      </p:sp>
      <p:sp>
        <p:nvSpPr>
          <p:cNvPr id="3" name="Slide Number Placeholder 2"/>
          <p:cNvSpPr>
            <a:spLocks noGrp="1"/>
          </p:cNvSpPr>
          <p:nvPr>
            <p:ph type="sldNum" sz="quarter" idx="35"/>
          </p:nvPr>
        </p:nvSpPr>
        <p:spPr/>
        <p:txBody>
          <a:bodyPr/>
          <a:lstStyle/>
          <a:p>
            <a:pPr>
              <a:defRPr/>
            </a:pPr>
            <a:fld id="{90CBDC3A-D49F-4631-A8C7-55D59B33E5FA}" type="slidenum">
              <a:rPr lang="en-US" smtClean="0"/>
              <a:pPr>
                <a:defRPr/>
              </a:pPr>
              <a:t>‹#›</a:t>
            </a:fld>
            <a:endParaRPr lang="en-US" dirty="0"/>
          </a:p>
        </p:txBody>
      </p:sp>
    </p:spTree>
    <p:extLst>
      <p:ext uri="{BB962C8B-B14F-4D97-AF65-F5344CB8AC3E}">
        <p14:creationId xmlns:p14="http://schemas.microsoft.com/office/powerpoint/2010/main" val="197103659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Quote 1.1">
    <p:bg>
      <p:bgPr>
        <a:solidFill>
          <a:schemeClr val="bg1"/>
        </a:solidFill>
        <a:effectLst/>
      </p:bgPr>
    </p:bg>
    <p:spTree>
      <p:nvGrpSpPr>
        <p:cNvPr id="1" name=""/>
        <p:cNvGrpSpPr/>
        <p:nvPr/>
      </p:nvGrpSpPr>
      <p:grpSpPr>
        <a:xfrm>
          <a:off x="0" y="0"/>
          <a:ext cx="0" cy="0"/>
          <a:chOff x="0" y="0"/>
          <a:chExt cx="0" cy="0"/>
        </a:xfrm>
      </p:grpSpPr>
      <p:sp>
        <p:nvSpPr>
          <p:cNvPr id="9" name="Text Placeholder 5"/>
          <p:cNvSpPr>
            <a:spLocks noGrp="1"/>
          </p:cNvSpPr>
          <p:nvPr>
            <p:ph type="body" sz="quarter" idx="35" hasCustomPrompt="1"/>
          </p:nvPr>
        </p:nvSpPr>
        <p:spPr>
          <a:xfrm>
            <a:off x="877289" y="4543961"/>
            <a:ext cx="6403301" cy="535531"/>
          </a:xfrm>
        </p:spPr>
        <p:txBody>
          <a:bodyPr wrap="square" anchor="t">
            <a:spAutoFit/>
          </a:bodyPr>
          <a:lstStyle>
            <a:lvl1pPr marL="0" marR="0" indent="0" algn="l" defTabSz="914217" rtl="0" eaLnBrk="1" fontAlgn="base" latinLnBrk="0" hangingPunct="1">
              <a:lnSpc>
                <a:spcPct val="90000"/>
              </a:lnSpc>
              <a:spcBef>
                <a:spcPts val="0"/>
              </a:spcBef>
              <a:spcAft>
                <a:spcPct val="0"/>
              </a:spcAft>
              <a:buClrTx/>
              <a:buSzTx/>
              <a:buFont typeface="Arial" pitchFamily="34" charset="0"/>
              <a:buNone/>
              <a:tabLst/>
              <a:defRPr sz="1600" b="0" i="0" cap="all" baseline="0">
                <a:solidFill>
                  <a:schemeClr val="tx1"/>
                </a:solidFill>
                <a:latin typeface="Graphik Regular" panose="020B0503030202060203" pitchFamily="34" charset="77"/>
              </a:defRPr>
            </a:lvl1pPr>
            <a:lvl2pPr algn="ctr">
              <a:defRPr sz="4399" b="1">
                <a:latin typeface="Arial Black" panose="020B0A04020102020204" pitchFamily="34" charset="0"/>
              </a:defRPr>
            </a:lvl2pPr>
            <a:lvl3pPr algn="ctr">
              <a:defRPr sz="4399" b="1">
                <a:latin typeface="Arial Black" panose="020B0A04020102020204" pitchFamily="34" charset="0"/>
              </a:defRPr>
            </a:lvl3pPr>
            <a:lvl4pPr algn="ctr">
              <a:defRPr sz="4399" b="1">
                <a:latin typeface="Arial Black" panose="020B0A04020102020204" pitchFamily="34" charset="0"/>
              </a:defRPr>
            </a:lvl4pPr>
            <a:lvl5pPr algn="ctr">
              <a:defRPr sz="4399" b="1">
                <a:latin typeface="Arial Black" panose="020B0A04020102020204" pitchFamily="34" charset="0"/>
              </a:defRPr>
            </a:lvl5pPr>
          </a:lstStyle>
          <a:p>
            <a:r>
              <a:rPr lang="en-US" dirty="0"/>
              <a:t>INSERT AUTHOR’S DETAILS HERE.</a:t>
            </a:r>
            <a:br>
              <a:rPr lang="en-US" dirty="0"/>
            </a:br>
            <a:r>
              <a:rPr lang="en-US" dirty="0"/>
              <a:t>UPPERCASE, maximum 3 lines at 16pt, MINIMUM 14PT. </a:t>
            </a:r>
          </a:p>
        </p:txBody>
      </p:sp>
      <p:sp>
        <p:nvSpPr>
          <p:cNvPr id="2" name="Footer Placeholder 1"/>
          <p:cNvSpPr>
            <a:spLocks noGrp="1"/>
          </p:cNvSpPr>
          <p:nvPr>
            <p:ph type="ftr" sz="quarter" idx="36"/>
          </p:nvPr>
        </p:nvSpPr>
        <p:spPr/>
        <p:txBody>
          <a:bodyPr/>
          <a:lstStyle/>
          <a:p>
            <a:endParaRPr lang="en-AU" dirty="0"/>
          </a:p>
        </p:txBody>
      </p:sp>
      <p:sp>
        <p:nvSpPr>
          <p:cNvPr id="3" name="Slide Number Placeholder 2"/>
          <p:cNvSpPr>
            <a:spLocks noGrp="1"/>
          </p:cNvSpPr>
          <p:nvPr>
            <p:ph type="sldNum" sz="quarter" idx="37"/>
          </p:nvPr>
        </p:nvSpPr>
        <p:spPr/>
        <p:txBody>
          <a:bodyPr/>
          <a:lstStyle/>
          <a:p>
            <a:pPr>
              <a:defRPr/>
            </a:pPr>
            <a:fld id="{90CBDC3A-D49F-4631-A8C7-55D59B33E5FA}" type="slidenum">
              <a:rPr lang="en-US" smtClean="0"/>
              <a:pPr>
                <a:defRPr/>
              </a:pPr>
              <a:t>‹#›</a:t>
            </a:fld>
            <a:endParaRPr lang="en-US" dirty="0"/>
          </a:p>
        </p:txBody>
      </p:sp>
      <p:sp>
        <p:nvSpPr>
          <p:cNvPr id="10" name="Title 3">
            <a:extLst>
              <a:ext uri="{FF2B5EF4-FFF2-40B4-BE49-F238E27FC236}">
                <a16:creationId xmlns:a16="http://schemas.microsoft.com/office/drawing/2014/main" id="{9D829198-6736-E442-BFA2-66C486E2BE1F}"/>
              </a:ext>
            </a:extLst>
          </p:cNvPr>
          <p:cNvSpPr>
            <a:spLocks noGrp="1"/>
          </p:cNvSpPr>
          <p:nvPr>
            <p:ph type="title" hasCustomPrompt="1"/>
          </p:nvPr>
        </p:nvSpPr>
        <p:spPr>
          <a:xfrm>
            <a:off x="877289" y="2272934"/>
            <a:ext cx="10430983" cy="1661224"/>
          </a:xfrm>
        </p:spPr>
        <p:txBody>
          <a:bodyPr vert="horz" wrap="square" lIns="0" tIns="0" rIns="0" bIns="0" rtlCol="0" anchor="t">
            <a:spAutoFit/>
          </a:bodyPr>
          <a:lstStyle>
            <a:lvl1pPr>
              <a:defRPr lang="en-US" sz="3999" b="0" i="0">
                <a:ea typeface="Roboto" panose="02000000000000000000" pitchFamily="2" charset="0"/>
              </a:defRPr>
            </a:lvl1pPr>
          </a:lstStyle>
          <a:p>
            <a:pPr marL="0" marR="0" lvl="0" indent="0" defTabSz="914217" latinLnBrk="0">
              <a:spcBef>
                <a:spcPts val="800"/>
              </a:spcBef>
              <a:buClrTx/>
              <a:buSzTx/>
              <a:buFont typeface="Arial" pitchFamily="34" charset="0"/>
              <a:buNone/>
              <a:tabLst/>
            </a:pPr>
            <a:r>
              <a:rPr lang="en-US" dirty="0"/>
              <a:t>INSERT QUOTE at 40pt min 36pt MAX 4 LINES AS SE ENIOLESTOTATE CON RAERUM ES INI EREPUDI ODIT EHENDIAM EUM.</a:t>
            </a:r>
          </a:p>
        </p:txBody>
      </p:sp>
    </p:spTree>
    <p:extLst>
      <p:ext uri="{BB962C8B-B14F-4D97-AF65-F5344CB8AC3E}">
        <p14:creationId xmlns:p14="http://schemas.microsoft.com/office/powerpoint/2010/main" val="314432144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Quote 1.5">
    <p:bg>
      <p:bgPr>
        <a:solidFill>
          <a:schemeClr val="accent1">
            <a:lumMod val="20000"/>
            <a:lumOff val="80000"/>
            <a:alpha val="20000"/>
          </a:schemeClr>
        </a:solidFill>
        <a:effectLst/>
      </p:bgPr>
    </p:bg>
    <p:spTree>
      <p:nvGrpSpPr>
        <p:cNvPr id="1" name=""/>
        <p:cNvGrpSpPr/>
        <p:nvPr/>
      </p:nvGrpSpPr>
      <p:grpSpPr>
        <a:xfrm>
          <a:off x="0" y="0"/>
          <a:ext cx="0" cy="0"/>
          <a:chOff x="0" y="0"/>
          <a:chExt cx="0" cy="0"/>
        </a:xfrm>
      </p:grpSpPr>
      <p:sp>
        <p:nvSpPr>
          <p:cNvPr id="9" name="Text Placeholder 5"/>
          <p:cNvSpPr>
            <a:spLocks noGrp="1"/>
          </p:cNvSpPr>
          <p:nvPr>
            <p:ph type="body" sz="quarter" idx="35" hasCustomPrompt="1"/>
          </p:nvPr>
        </p:nvSpPr>
        <p:spPr>
          <a:xfrm>
            <a:off x="1383924" y="1618900"/>
            <a:ext cx="3823156" cy="997004"/>
          </a:xfrm>
        </p:spPr>
        <p:txBody>
          <a:bodyPr wrap="square" anchor="t">
            <a:spAutoFit/>
          </a:bodyPr>
          <a:lstStyle>
            <a:lvl1pPr marL="0" marR="0" indent="0" algn="r" defTabSz="914217" rtl="0" eaLnBrk="1" fontAlgn="base" latinLnBrk="0" hangingPunct="1">
              <a:lnSpc>
                <a:spcPct val="70000"/>
              </a:lnSpc>
              <a:spcBef>
                <a:spcPts val="0"/>
              </a:spcBef>
              <a:spcAft>
                <a:spcPct val="0"/>
              </a:spcAft>
              <a:buClrTx/>
              <a:buSzTx/>
              <a:buFont typeface="Arial" pitchFamily="34" charset="0"/>
              <a:buNone/>
              <a:tabLst/>
              <a:defRPr sz="2799" b="1" i="0" cap="all" baseline="0">
                <a:solidFill>
                  <a:schemeClr val="tx1"/>
                </a:solidFill>
                <a:latin typeface="Graphik" panose="020B0503030202060203" pitchFamily="34" charset="77"/>
                <a:cs typeface="Graphik" panose="020B0503030202060203" pitchFamily="34" charset="77"/>
              </a:defRPr>
            </a:lvl1pPr>
            <a:lvl2pPr algn="ctr">
              <a:defRPr sz="4399" b="1">
                <a:latin typeface="Arial Black" panose="020B0A04020102020204" pitchFamily="34" charset="0"/>
              </a:defRPr>
            </a:lvl2pPr>
            <a:lvl3pPr algn="ctr">
              <a:defRPr sz="4399" b="1">
                <a:latin typeface="Arial Black" panose="020B0A04020102020204" pitchFamily="34" charset="0"/>
              </a:defRPr>
            </a:lvl3pPr>
            <a:lvl4pPr algn="ctr">
              <a:defRPr sz="4399" b="1">
                <a:latin typeface="Arial Black" panose="020B0A04020102020204" pitchFamily="34" charset="0"/>
              </a:defRPr>
            </a:lvl4pPr>
            <a:lvl5pPr algn="ctr">
              <a:defRPr sz="4399" b="1">
                <a:latin typeface="Arial Black" panose="020B0A04020102020204" pitchFamily="34" charset="0"/>
              </a:defRPr>
            </a:lvl5pPr>
          </a:lstStyle>
          <a:p>
            <a:r>
              <a:rPr lang="en-US" dirty="0"/>
              <a:t>THIS CONTENT CAN TEE UP A QUOTE OR PROVIDE CONTEXT</a:t>
            </a:r>
          </a:p>
        </p:txBody>
      </p:sp>
      <p:sp>
        <p:nvSpPr>
          <p:cNvPr id="2" name="Footer Placeholder 1"/>
          <p:cNvSpPr>
            <a:spLocks noGrp="1"/>
          </p:cNvSpPr>
          <p:nvPr>
            <p:ph type="ftr" sz="quarter" idx="36"/>
          </p:nvPr>
        </p:nvSpPr>
        <p:spPr/>
        <p:txBody>
          <a:bodyPr/>
          <a:lstStyle/>
          <a:p>
            <a:endParaRPr lang="en-AU" dirty="0"/>
          </a:p>
        </p:txBody>
      </p:sp>
      <p:sp>
        <p:nvSpPr>
          <p:cNvPr id="3" name="Slide Number Placeholder 2"/>
          <p:cNvSpPr>
            <a:spLocks noGrp="1"/>
          </p:cNvSpPr>
          <p:nvPr>
            <p:ph type="sldNum" sz="quarter" idx="37"/>
          </p:nvPr>
        </p:nvSpPr>
        <p:spPr/>
        <p:txBody>
          <a:bodyPr/>
          <a:lstStyle/>
          <a:p>
            <a:pPr>
              <a:defRPr/>
            </a:pPr>
            <a:fld id="{90CBDC3A-D49F-4631-A8C7-55D59B33E5FA}" type="slidenum">
              <a:rPr lang="en-US" smtClean="0"/>
              <a:pPr>
                <a:defRPr/>
              </a:pPr>
              <a:t>‹#›</a:t>
            </a:fld>
            <a:endParaRPr lang="en-US" dirty="0"/>
          </a:p>
        </p:txBody>
      </p:sp>
      <p:sp>
        <p:nvSpPr>
          <p:cNvPr id="11" name="Text Placeholder 5">
            <a:extLst>
              <a:ext uri="{FF2B5EF4-FFF2-40B4-BE49-F238E27FC236}">
                <a16:creationId xmlns:a16="http://schemas.microsoft.com/office/drawing/2014/main" id="{F046CC2E-2457-E44F-A954-34A3F7FEAC73}"/>
              </a:ext>
            </a:extLst>
          </p:cNvPr>
          <p:cNvSpPr>
            <a:spLocks noGrp="1"/>
          </p:cNvSpPr>
          <p:nvPr>
            <p:ph type="body" sz="quarter" idx="38" hasCustomPrompt="1"/>
          </p:nvPr>
        </p:nvSpPr>
        <p:spPr>
          <a:xfrm>
            <a:off x="5530765" y="5388080"/>
            <a:ext cx="3823156" cy="243143"/>
          </a:xfrm>
        </p:spPr>
        <p:txBody>
          <a:bodyPr wrap="square" anchor="t">
            <a:spAutoFit/>
          </a:bodyPr>
          <a:lstStyle>
            <a:lvl1pPr marL="0" marR="0" indent="0" algn="l" defTabSz="914217" rtl="0" eaLnBrk="1" fontAlgn="base" latinLnBrk="0" hangingPunct="1">
              <a:lnSpc>
                <a:spcPct val="70000"/>
              </a:lnSpc>
              <a:spcBef>
                <a:spcPts val="0"/>
              </a:spcBef>
              <a:spcAft>
                <a:spcPct val="0"/>
              </a:spcAft>
              <a:buClrTx/>
              <a:buSzTx/>
              <a:buFont typeface="Arial" pitchFamily="34" charset="0"/>
              <a:buNone/>
              <a:tabLst/>
              <a:defRPr sz="1400" b="1" i="0" cap="all" baseline="0">
                <a:solidFill>
                  <a:schemeClr val="tx1"/>
                </a:solidFill>
                <a:latin typeface="Graphik" panose="020B0503030202060203" pitchFamily="34" charset="77"/>
                <a:cs typeface="Graphik" panose="020B0503030202060203" pitchFamily="34" charset="77"/>
              </a:defRPr>
            </a:lvl1pPr>
            <a:lvl2pPr algn="ctr">
              <a:defRPr sz="4399" b="1">
                <a:latin typeface="Arial Black" panose="020B0A04020102020204" pitchFamily="34" charset="0"/>
              </a:defRPr>
            </a:lvl2pPr>
            <a:lvl3pPr algn="ctr">
              <a:defRPr sz="4399" b="1">
                <a:latin typeface="Arial Black" panose="020B0A04020102020204" pitchFamily="34" charset="0"/>
              </a:defRPr>
            </a:lvl3pPr>
            <a:lvl4pPr algn="ctr">
              <a:defRPr sz="4399" b="1">
                <a:latin typeface="Arial Black" panose="020B0A04020102020204" pitchFamily="34" charset="0"/>
              </a:defRPr>
            </a:lvl4pPr>
            <a:lvl5pPr algn="ctr">
              <a:defRPr sz="4399" b="1">
                <a:latin typeface="Arial Black" panose="020B0A04020102020204" pitchFamily="34" charset="0"/>
              </a:defRPr>
            </a:lvl5pPr>
          </a:lstStyle>
          <a:p>
            <a:r>
              <a:rPr lang="en-US" dirty="0"/>
              <a:t>- QUOTE ATTRIBUTION</a:t>
            </a:r>
          </a:p>
        </p:txBody>
      </p:sp>
      <p:cxnSp>
        <p:nvCxnSpPr>
          <p:cNvPr id="5" name="Straight Connector 4">
            <a:extLst>
              <a:ext uri="{FF2B5EF4-FFF2-40B4-BE49-F238E27FC236}">
                <a16:creationId xmlns:a16="http://schemas.microsoft.com/office/drawing/2014/main" id="{08ACA6EA-CE92-8441-A0B2-3799A12337F9}"/>
              </a:ext>
            </a:extLst>
          </p:cNvPr>
          <p:cNvCxnSpPr/>
          <p:nvPr userDrawn="1"/>
        </p:nvCxnSpPr>
        <p:spPr>
          <a:xfrm>
            <a:off x="5361885" y="1618899"/>
            <a:ext cx="0" cy="3618614"/>
          </a:xfrm>
          <a:prstGeom prst="line">
            <a:avLst/>
          </a:prstGeom>
          <a:ln w="57150" cmpd="sng">
            <a:solidFill>
              <a:schemeClr val="tx1"/>
            </a:solidFill>
            <a:prstDash val="solid"/>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sp>
        <p:nvSpPr>
          <p:cNvPr id="10" name="Title 3">
            <a:extLst>
              <a:ext uri="{FF2B5EF4-FFF2-40B4-BE49-F238E27FC236}">
                <a16:creationId xmlns:a16="http://schemas.microsoft.com/office/drawing/2014/main" id="{0CC275B2-D33C-9C44-B37F-5F09CDA514FA}"/>
              </a:ext>
            </a:extLst>
          </p:cNvPr>
          <p:cNvSpPr>
            <a:spLocks noGrp="1"/>
          </p:cNvSpPr>
          <p:nvPr>
            <p:ph type="title" hasCustomPrompt="1"/>
          </p:nvPr>
        </p:nvSpPr>
        <p:spPr>
          <a:xfrm>
            <a:off x="5530765" y="1618900"/>
            <a:ext cx="5293863" cy="2617675"/>
          </a:xfrm>
        </p:spPr>
        <p:txBody>
          <a:bodyPr vert="horz" wrap="square" lIns="0" tIns="0" rIns="0" bIns="0" rtlCol="0" anchor="t">
            <a:spAutoFit/>
          </a:bodyPr>
          <a:lstStyle>
            <a:lvl1pPr>
              <a:defRPr lang="en-US" sz="4799" b="0" i="0" spc="-150" dirty="0">
                <a:ea typeface="Roboto" panose="02000000000000000000" pitchFamily="2" charset="0"/>
              </a:defRPr>
            </a:lvl1pPr>
          </a:lstStyle>
          <a:p>
            <a:pPr marL="0" marR="0" lvl="0" indent="0" defTabSz="914217" latinLnBrk="0">
              <a:lnSpc>
                <a:spcPct val="70000"/>
              </a:lnSpc>
              <a:spcBef>
                <a:spcPts val="800"/>
              </a:spcBef>
              <a:buClrTx/>
              <a:buSzTx/>
              <a:buFont typeface="Arial" pitchFamily="34" charset="0"/>
              <a:buNone/>
              <a:tabLst/>
            </a:pPr>
            <a:r>
              <a:rPr lang="en-US" dirty="0"/>
              <a:t>“THIS IS A BRIEF BUT IMPACTFUL QUOTE THAT CAN ALSO INCLUDE COLOR TO MAKE YOUR POINT.”</a:t>
            </a:r>
          </a:p>
        </p:txBody>
      </p:sp>
    </p:spTree>
    <p:extLst>
      <p:ext uri="{BB962C8B-B14F-4D97-AF65-F5344CB8AC3E}">
        <p14:creationId xmlns:p14="http://schemas.microsoft.com/office/powerpoint/2010/main" val="414427157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Three Key Points 1.1">
    <p:spTree>
      <p:nvGrpSpPr>
        <p:cNvPr id="1" name=""/>
        <p:cNvGrpSpPr/>
        <p:nvPr/>
      </p:nvGrpSpPr>
      <p:grpSpPr>
        <a:xfrm>
          <a:off x="0" y="0"/>
          <a:ext cx="0" cy="0"/>
          <a:chOff x="0" y="0"/>
          <a:chExt cx="0" cy="0"/>
        </a:xfrm>
      </p:grpSpPr>
      <p:sp>
        <p:nvSpPr>
          <p:cNvPr id="13" name="Slide Number Placeholder 4">
            <a:extLst>
              <a:ext uri="{FF2B5EF4-FFF2-40B4-BE49-F238E27FC236}">
                <a16:creationId xmlns:a16="http://schemas.microsoft.com/office/drawing/2014/main" id="{6588299B-290B-C84B-A077-CA8C2C8C47B4}"/>
              </a:ext>
            </a:extLst>
          </p:cNvPr>
          <p:cNvSpPr>
            <a:spLocks noGrp="1"/>
          </p:cNvSpPr>
          <p:nvPr>
            <p:ph type="sldNum" sz="quarter" idx="4"/>
          </p:nvPr>
        </p:nvSpPr>
        <p:spPr>
          <a:xfrm flipH="1">
            <a:off x="11617001" y="6537474"/>
            <a:ext cx="216084" cy="161888"/>
          </a:xfrm>
          <a:prstGeom prst="rect">
            <a:avLst/>
          </a:prstGeom>
        </p:spPr>
        <p:txBody>
          <a:bodyPr vert="horz" wrap="square" lIns="0" tIns="60944" rIns="0" bIns="60944" numCol="1" anchor="ctr" anchorCtr="0" compatLnSpc="1">
            <a:prstTxWarp prst="textNoShape">
              <a:avLst/>
            </a:prstTxWarp>
            <a:noAutofit/>
          </a:bodyPr>
          <a:lstStyle>
            <a:lvl1pPr algn="r">
              <a:defRPr sz="800" b="0" i="0">
                <a:solidFill>
                  <a:schemeClr val="tx1">
                    <a:alpha val="50000"/>
                  </a:schemeClr>
                </a:solidFill>
                <a:latin typeface="Graphik Regular" panose="020B0503030202060203" pitchFamily="34" charset="77"/>
                <a:ea typeface="Roboto Light" panose="02000000000000000000" pitchFamily="2" charset="0"/>
                <a:cs typeface="Gotham Medium" pitchFamily="2" charset="0"/>
              </a:defRPr>
            </a:lvl1pPr>
          </a:lstStyle>
          <a:p>
            <a:pPr>
              <a:defRPr/>
            </a:pPr>
            <a:fld id="{90CBDC3A-D49F-4631-A8C7-55D59B33E5FA}" type="slidenum">
              <a:rPr lang="en-US" smtClean="0"/>
              <a:pPr>
                <a:defRPr/>
              </a:pPr>
              <a:t>‹#›</a:t>
            </a:fld>
            <a:endParaRPr lang="en-US" dirty="0"/>
          </a:p>
        </p:txBody>
      </p:sp>
      <p:sp>
        <p:nvSpPr>
          <p:cNvPr id="14" name="Footer Placeholder 3">
            <a:extLst>
              <a:ext uri="{FF2B5EF4-FFF2-40B4-BE49-F238E27FC236}">
                <a16:creationId xmlns:a16="http://schemas.microsoft.com/office/drawing/2014/main" id="{3B978C1C-867C-2045-97C4-51C538988DD9}"/>
              </a:ext>
            </a:extLst>
          </p:cNvPr>
          <p:cNvSpPr>
            <a:spLocks noGrp="1"/>
          </p:cNvSpPr>
          <p:nvPr>
            <p:ph type="ftr" sz="quarter" idx="3"/>
          </p:nvPr>
        </p:nvSpPr>
        <p:spPr>
          <a:xfrm>
            <a:off x="7391584" y="6537399"/>
            <a:ext cx="4141956" cy="161962"/>
          </a:xfrm>
          <a:prstGeom prst="rect">
            <a:avLst/>
          </a:prstGeom>
        </p:spPr>
        <p:txBody>
          <a:bodyPr vert="horz" wrap="square" lIns="0" tIns="60944" rIns="0" bIns="60944" numCol="1" anchor="ctr" anchorCtr="0" compatLnSpc="1">
            <a:prstTxWarp prst="textNoShape">
              <a:avLst/>
            </a:prstTxWarp>
            <a:noAutofit/>
          </a:bodyPr>
          <a:lstStyle>
            <a:lvl1pPr algn="r">
              <a:defRPr lang="en-US" sz="800" b="0" i="0">
                <a:solidFill>
                  <a:schemeClr val="tx1">
                    <a:alpha val="50000"/>
                  </a:schemeClr>
                </a:solidFill>
                <a:latin typeface="Graphik Regular" panose="020B0503030202060203" pitchFamily="34" charset="77"/>
                <a:ea typeface="Roboto Light" panose="02000000000000000000" pitchFamily="2" charset="0"/>
                <a:cs typeface="Gotham Medium" pitchFamily="2" charset="0"/>
              </a:defRPr>
            </a:lvl1pPr>
          </a:lstStyle>
          <a:p>
            <a:endParaRPr lang="en-US" dirty="0"/>
          </a:p>
        </p:txBody>
      </p:sp>
      <p:sp>
        <p:nvSpPr>
          <p:cNvPr id="3" name="Text Placeholder 2">
            <a:extLst>
              <a:ext uri="{FF2B5EF4-FFF2-40B4-BE49-F238E27FC236}">
                <a16:creationId xmlns:a16="http://schemas.microsoft.com/office/drawing/2014/main" id="{70B01807-FA4D-6340-80D1-7C3F4F897D75}"/>
              </a:ext>
            </a:extLst>
          </p:cNvPr>
          <p:cNvSpPr>
            <a:spLocks noGrp="1"/>
          </p:cNvSpPr>
          <p:nvPr>
            <p:ph type="body" sz="quarter" idx="19" hasCustomPrompt="1"/>
          </p:nvPr>
        </p:nvSpPr>
        <p:spPr>
          <a:xfrm>
            <a:off x="425171" y="2223573"/>
            <a:ext cx="3659029" cy="393609"/>
          </a:xfrm>
        </p:spPr>
        <p:txBody>
          <a:bodyPr vert="horz" lIns="0" tIns="0" rIns="0" bIns="0" rtlCol="0" anchor="b">
            <a:noAutofit/>
          </a:bodyPr>
          <a:lstStyle>
            <a:lvl1pPr>
              <a:defRPr lang="en-US" sz="1600" b="1" i="0" cap="all" baseline="0" dirty="0">
                <a:solidFill>
                  <a:schemeClr val="accent1"/>
                </a:solidFill>
                <a:latin typeface="Graphik" panose="020B0503030202060203" pitchFamily="34" charset="77"/>
              </a:defRPr>
            </a:lvl1pPr>
          </a:lstStyle>
          <a:p>
            <a:pPr lvl="0">
              <a:lnSpc>
                <a:spcPct val="80000"/>
              </a:lnSpc>
              <a:spcBef>
                <a:spcPts val="0"/>
              </a:spcBef>
            </a:pPr>
            <a:r>
              <a:rPr lang="en-US" dirty="0"/>
              <a:t>ONE OR TWO LINES</a:t>
            </a:r>
          </a:p>
        </p:txBody>
      </p:sp>
      <p:sp>
        <p:nvSpPr>
          <p:cNvPr id="18" name="Text Placeholder 2">
            <a:extLst>
              <a:ext uri="{FF2B5EF4-FFF2-40B4-BE49-F238E27FC236}">
                <a16:creationId xmlns:a16="http://schemas.microsoft.com/office/drawing/2014/main" id="{F40238EA-29B3-8E4B-8D9F-0C47DB505050}"/>
              </a:ext>
            </a:extLst>
          </p:cNvPr>
          <p:cNvSpPr>
            <a:spLocks noGrp="1"/>
          </p:cNvSpPr>
          <p:nvPr>
            <p:ph type="body" sz="quarter" idx="20"/>
          </p:nvPr>
        </p:nvSpPr>
        <p:spPr>
          <a:xfrm>
            <a:off x="425171" y="2716213"/>
            <a:ext cx="3659029" cy="3136477"/>
          </a:xfrm>
        </p:spPr>
        <p:txBody>
          <a:bodyPr/>
          <a:lstStyle>
            <a:lvl1pPr>
              <a:defRPr b="0" i="0"/>
            </a:lvl1pPr>
            <a:lvl2pPr>
              <a:defRPr b="0" i="0"/>
            </a:lvl2pPr>
            <a:lvl3pPr>
              <a:defRPr b="0" i="0"/>
            </a:lvl3pPr>
            <a:lvl4pPr>
              <a:defRPr b="0" i="0"/>
            </a:lvl4pPr>
            <a:lvl5pPr>
              <a:defRPr b="0" i="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9" name="Text Placeholder 2">
            <a:extLst>
              <a:ext uri="{FF2B5EF4-FFF2-40B4-BE49-F238E27FC236}">
                <a16:creationId xmlns:a16="http://schemas.microsoft.com/office/drawing/2014/main" id="{17EDC6CB-3D5D-BE4D-9BC4-629E18FA4A2D}"/>
              </a:ext>
            </a:extLst>
          </p:cNvPr>
          <p:cNvSpPr>
            <a:spLocks noGrp="1"/>
          </p:cNvSpPr>
          <p:nvPr>
            <p:ph type="body" sz="quarter" idx="21"/>
          </p:nvPr>
        </p:nvSpPr>
        <p:spPr>
          <a:xfrm>
            <a:off x="8174056" y="2716213"/>
            <a:ext cx="3659029" cy="3136477"/>
          </a:xfrm>
        </p:spPr>
        <p:txBody>
          <a:bodyPr/>
          <a:lstStyle>
            <a:lvl1pPr>
              <a:defRPr b="0" i="0"/>
            </a:lvl1pPr>
            <a:lvl2pPr>
              <a:defRPr b="0" i="0"/>
            </a:lvl2pPr>
            <a:lvl3pPr>
              <a:defRPr b="0" i="0"/>
            </a:lvl3pPr>
            <a:lvl4pPr>
              <a:defRPr b="0" i="0"/>
            </a:lvl4pPr>
            <a:lvl5pPr>
              <a:defRPr b="0" i="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0" name="Text Placeholder 2">
            <a:extLst>
              <a:ext uri="{FF2B5EF4-FFF2-40B4-BE49-F238E27FC236}">
                <a16:creationId xmlns:a16="http://schemas.microsoft.com/office/drawing/2014/main" id="{A624FE67-92E9-7D49-ACFC-55B8CBCE9221}"/>
              </a:ext>
            </a:extLst>
          </p:cNvPr>
          <p:cNvSpPr>
            <a:spLocks noGrp="1"/>
          </p:cNvSpPr>
          <p:nvPr>
            <p:ph type="body" sz="quarter" idx="22"/>
          </p:nvPr>
        </p:nvSpPr>
        <p:spPr>
          <a:xfrm>
            <a:off x="4299613" y="2716213"/>
            <a:ext cx="3659029" cy="3136477"/>
          </a:xfrm>
        </p:spPr>
        <p:txBody>
          <a:bodyPr/>
          <a:lstStyle>
            <a:lvl1pPr>
              <a:defRPr b="0" i="0"/>
            </a:lvl1pPr>
            <a:lvl2pPr>
              <a:defRPr b="0" i="0"/>
            </a:lvl2pPr>
            <a:lvl3pPr>
              <a:defRPr b="0" i="0"/>
            </a:lvl3pPr>
            <a:lvl4pPr>
              <a:defRPr b="0" i="0"/>
            </a:lvl4pPr>
            <a:lvl5pPr>
              <a:defRPr b="0" i="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1" name="Text Placeholder 2">
            <a:extLst>
              <a:ext uri="{FF2B5EF4-FFF2-40B4-BE49-F238E27FC236}">
                <a16:creationId xmlns:a16="http://schemas.microsoft.com/office/drawing/2014/main" id="{28E2E919-0985-D845-BA0F-4B209C185B52}"/>
              </a:ext>
            </a:extLst>
          </p:cNvPr>
          <p:cNvSpPr>
            <a:spLocks noGrp="1"/>
          </p:cNvSpPr>
          <p:nvPr>
            <p:ph type="body" sz="quarter" idx="23" hasCustomPrompt="1"/>
          </p:nvPr>
        </p:nvSpPr>
        <p:spPr>
          <a:xfrm>
            <a:off x="4299613" y="2223573"/>
            <a:ext cx="3659029" cy="393609"/>
          </a:xfrm>
        </p:spPr>
        <p:txBody>
          <a:bodyPr vert="horz" lIns="0" tIns="0" rIns="0" bIns="0" rtlCol="0" anchor="b">
            <a:noAutofit/>
          </a:bodyPr>
          <a:lstStyle>
            <a:lvl1pPr>
              <a:defRPr lang="en-US" sz="1600" b="1" i="0" cap="all" baseline="0" dirty="0">
                <a:solidFill>
                  <a:schemeClr val="accent1"/>
                </a:solidFill>
                <a:latin typeface="Graphik" panose="020B0503030202060203" pitchFamily="34" charset="77"/>
              </a:defRPr>
            </a:lvl1pPr>
          </a:lstStyle>
          <a:p>
            <a:pPr lvl="0">
              <a:lnSpc>
                <a:spcPct val="80000"/>
              </a:lnSpc>
              <a:spcBef>
                <a:spcPts val="0"/>
              </a:spcBef>
            </a:pPr>
            <a:r>
              <a:rPr lang="en-US" dirty="0"/>
              <a:t>ONE OR TWO LINES</a:t>
            </a:r>
          </a:p>
        </p:txBody>
      </p:sp>
      <p:sp>
        <p:nvSpPr>
          <p:cNvPr id="22" name="Text Placeholder 2">
            <a:extLst>
              <a:ext uri="{FF2B5EF4-FFF2-40B4-BE49-F238E27FC236}">
                <a16:creationId xmlns:a16="http://schemas.microsoft.com/office/drawing/2014/main" id="{62227FC4-2FEC-CB46-84C8-3C2F956A64E8}"/>
              </a:ext>
            </a:extLst>
          </p:cNvPr>
          <p:cNvSpPr>
            <a:spLocks noGrp="1"/>
          </p:cNvSpPr>
          <p:nvPr>
            <p:ph type="body" sz="quarter" idx="24" hasCustomPrompt="1"/>
          </p:nvPr>
        </p:nvSpPr>
        <p:spPr>
          <a:xfrm>
            <a:off x="8174056" y="2223573"/>
            <a:ext cx="3659029" cy="393609"/>
          </a:xfrm>
        </p:spPr>
        <p:txBody>
          <a:bodyPr vert="horz" lIns="0" tIns="0" rIns="0" bIns="0" rtlCol="0" anchor="b">
            <a:noAutofit/>
          </a:bodyPr>
          <a:lstStyle>
            <a:lvl1pPr>
              <a:defRPr lang="en-US" sz="1600" b="1" i="0" cap="all" baseline="0" dirty="0">
                <a:solidFill>
                  <a:schemeClr val="accent1"/>
                </a:solidFill>
                <a:latin typeface="Graphik" panose="020B0503030202060203" pitchFamily="34" charset="77"/>
              </a:defRPr>
            </a:lvl1pPr>
          </a:lstStyle>
          <a:p>
            <a:pPr lvl="0">
              <a:lnSpc>
                <a:spcPct val="80000"/>
              </a:lnSpc>
              <a:spcBef>
                <a:spcPts val="0"/>
              </a:spcBef>
            </a:pPr>
            <a:r>
              <a:rPr lang="en-US" dirty="0"/>
              <a:t>ONE OR TWO LINES</a:t>
            </a:r>
          </a:p>
        </p:txBody>
      </p:sp>
      <p:sp>
        <p:nvSpPr>
          <p:cNvPr id="11" name="Title 1">
            <a:extLst>
              <a:ext uri="{FF2B5EF4-FFF2-40B4-BE49-F238E27FC236}">
                <a16:creationId xmlns:a16="http://schemas.microsoft.com/office/drawing/2014/main" id="{AFF21E0B-9453-014A-8C9D-3848777531F2}"/>
              </a:ext>
            </a:extLst>
          </p:cNvPr>
          <p:cNvSpPr>
            <a:spLocks noGrp="1"/>
          </p:cNvSpPr>
          <p:nvPr>
            <p:ph type="title" hasCustomPrompt="1"/>
          </p:nvPr>
        </p:nvSpPr>
        <p:spPr>
          <a:xfrm>
            <a:off x="425171" y="296863"/>
            <a:ext cx="7326592" cy="1501938"/>
          </a:xfrm>
        </p:spPr>
        <p:txBody>
          <a:bodyPr vert="horz" wrap="square" lIns="0" tIns="0" rIns="0" bIns="0" rtlCol="0" anchor="b">
            <a:noAutofit/>
          </a:bodyPr>
          <a:lstStyle>
            <a:lvl1pPr marL="0" indent="0">
              <a:lnSpc>
                <a:spcPct val="80000"/>
              </a:lnSpc>
              <a:spcBef>
                <a:spcPts val="0"/>
              </a:spcBef>
              <a:buFont typeface="Arial" pitchFamily="34" charset="0"/>
              <a:buNone/>
              <a:defRPr lang="en-US" b="0" i="0">
                <a:ea typeface="Roboto" panose="02000000000000000000" pitchFamily="2" charset="0"/>
              </a:defRPr>
            </a:lvl1pPr>
          </a:lstStyle>
          <a:p>
            <a:pPr marL="0" lvl="0" indent="0">
              <a:spcBef>
                <a:spcPts val="0"/>
              </a:spcBef>
              <a:buFont typeface="Arial" pitchFamily="34" charset="0"/>
              <a:buNone/>
            </a:pPr>
            <a:r>
              <a:rPr lang="en-US" dirty="0"/>
              <a:t>INSERT MAIN TITLE </a:t>
            </a:r>
            <a:br>
              <a:rPr lang="en-US" dirty="0"/>
            </a:br>
            <a:r>
              <a:rPr lang="en-US" dirty="0"/>
              <a:t>AT 36PT MIN 30PT</a:t>
            </a:r>
          </a:p>
        </p:txBody>
      </p:sp>
    </p:spTree>
    <p:extLst>
      <p:ext uri="{BB962C8B-B14F-4D97-AF65-F5344CB8AC3E}">
        <p14:creationId xmlns:p14="http://schemas.microsoft.com/office/powerpoint/2010/main" val="368619613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userDrawn="1">
  <p:cSld name="Blank 1.1">
    <p:bg>
      <p:bgPr>
        <a:solidFill>
          <a:schemeClr val="bg1"/>
        </a:solidFill>
        <a:effectLst/>
      </p:bgPr>
    </p:bg>
    <p:spTree>
      <p:nvGrpSpPr>
        <p:cNvPr id="1" name=""/>
        <p:cNvGrpSpPr/>
        <p:nvPr/>
      </p:nvGrpSpPr>
      <p:grpSpPr>
        <a:xfrm>
          <a:off x="0" y="0"/>
          <a:ext cx="0" cy="0"/>
          <a:chOff x="0" y="0"/>
          <a:chExt cx="0" cy="0"/>
        </a:xfrm>
      </p:grpSpPr>
      <p:sp>
        <p:nvSpPr>
          <p:cNvPr id="2" name="Footer Placeholder 1"/>
          <p:cNvSpPr>
            <a:spLocks noGrp="1"/>
          </p:cNvSpPr>
          <p:nvPr>
            <p:ph type="ftr" sz="quarter" idx="34"/>
          </p:nvPr>
        </p:nvSpPr>
        <p:spPr/>
        <p:txBody>
          <a:bodyPr/>
          <a:lstStyle/>
          <a:p>
            <a:endParaRPr lang="en-AU" dirty="0"/>
          </a:p>
        </p:txBody>
      </p:sp>
      <p:sp>
        <p:nvSpPr>
          <p:cNvPr id="3" name="Slide Number Placeholder 2"/>
          <p:cNvSpPr>
            <a:spLocks noGrp="1"/>
          </p:cNvSpPr>
          <p:nvPr>
            <p:ph type="sldNum" sz="quarter" idx="35"/>
          </p:nvPr>
        </p:nvSpPr>
        <p:spPr/>
        <p:txBody>
          <a:bodyPr/>
          <a:lstStyle/>
          <a:p>
            <a:pPr>
              <a:defRPr/>
            </a:pPr>
            <a:fld id="{90CBDC3A-D49F-4631-A8C7-55D59B33E5FA}" type="slidenum">
              <a:rPr lang="en-US" smtClean="0"/>
              <a:pPr>
                <a:defRPr/>
              </a:pPr>
              <a:t>‹#›</a:t>
            </a:fld>
            <a:endParaRPr lang="en-US" dirty="0"/>
          </a:p>
        </p:txBody>
      </p:sp>
    </p:spTree>
    <p:extLst>
      <p:ext uri="{BB962C8B-B14F-4D97-AF65-F5344CB8AC3E}">
        <p14:creationId xmlns:p14="http://schemas.microsoft.com/office/powerpoint/2010/main" val="134938769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userDrawn="1">
  <p:cSld name="People 1.1">
    <p:bg>
      <p:bgPr>
        <a:solidFill>
          <a:schemeClr val="bg1"/>
        </a:solidFill>
        <a:effectLst/>
      </p:bgPr>
    </p:bg>
    <p:spTree>
      <p:nvGrpSpPr>
        <p:cNvPr id="1" name=""/>
        <p:cNvGrpSpPr/>
        <p:nvPr/>
      </p:nvGrpSpPr>
      <p:grpSpPr>
        <a:xfrm>
          <a:off x="0" y="0"/>
          <a:ext cx="0" cy="0"/>
          <a:chOff x="0" y="0"/>
          <a:chExt cx="0" cy="0"/>
        </a:xfrm>
      </p:grpSpPr>
      <p:sp>
        <p:nvSpPr>
          <p:cNvPr id="6" name="Picture Placeholder 6">
            <a:extLst>
              <a:ext uri="{FF2B5EF4-FFF2-40B4-BE49-F238E27FC236}">
                <a16:creationId xmlns:a16="http://schemas.microsoft.com/office/drawing/2014/main" id="{14EFB02A-654B-4E29-B9A3-AE46D6978A4B}"/>
              </a:ext>
            </a:extLst>
          </p:cNvPr>
          <p:cNvSpPr>
            <a:spLocks noGrp="1" noChangeAspect="1"/>
          </p:cNvSpPr>
          <p:nvPr>
            <p:ph type="pic" sz="quarter" idx="23" hasCustomPrompt="1"/>
          </p:nvPr>
        </p:nvSpPr>
        <p:spPr>
          <a:xfrm>
            <a:off x="442913" y="2091511"/>
            <a:ext cx="2341779" cy="2340322"/>
          </a:xfrm>
          <a:prstGeom prst="ellipse">
            <a:avLst/>
          </a:prstGeom>
          <a:solidFill>
            <a:schemeClr val="bg1">
              <a:lumMod val="95000"/>
            </a:schemeClr>
          </a:solidFill>
        </p:spPr>
        <p:txBody>
          <a:bodyPr lIns="108000" tIns="108000" rIns="0">
            <a:normAutofit/>
          </a:bodyPr>
          <a:lstStyle>
            <a:lvl1pPr>
              <a:defRPr sz="1299" b="0" i="0"/>
            </a:lvl1pPr>
          </a:lstStyle>
          <a:p>
            <a:r>
              <a:rPr lang="en-AU" dirty="0"/>
              <a:t>Insert picture here</a:t>
            </a:r>
          </a:p>
        </p:txBody>
      </p:sp>
      <p:sp>
        <p:nvSpPr>
          <p:cNvPr id="7" name="Text Placeholder 41">
            <a:extLst>
              <a:ext uri="{FF2B5EF4-FFF2-40B4-BE49-F238E27FC236}">
                <a16:creationId xmlns:a16="http://schemas.microsoft.com/office/drawing/2014/main" id="{177E48E2-2013-4BC4-A6E0-ED65C0E47706}"/>
              </a:ext>
            </a:extLst>
          </p:cNvPr>
          <p:cNvSpPr>
            <a:spLocks noGrp="1"/>
          </p:cNvSpPr>
          <p:nvPr>
            <p:ph type="body" sz="quarter" idx="22"/>
          </p:nvPr>
        </p:nvSpPr>
        <p:spPr>
          <a:xfrm>
            <a:off x="442913" y="4646143"/>
            <a:ext cx="2338387" cy="1660525"/>
          </a:xfrm>
        </p:spPr>
        <p:txBody>
          <a:bodyPr wrap="square">
            <a:noAutofit/>
          </a:bodyPr>
          <a:lstStyle>
            <a:lvl1pPr>
              <a:lnSpc>
                <a:spcPct val="110000"/>
              </a:lnSpc>
              <a:spcAft>
                <a:spcPts val="200"/>
              </a:spcAft>
              <a:defRPr sz="1100" b="0" i="0">
                <a:solidFill>
                  <a:schemeClr val="accent1"/>
                </a:solidFill>
                <a:latin typeface="Graphik" panose="020B0503030202060203" pitchFamily="34" charset="77"/>
              </a:defRPr>
            </a:lvl1pPr>
            <a:lvl2pPr>
              <a:lnSpc>
                <a:spcPct val="110000"/>
              </a:lnSpc>
              <a:spcAft>
                <a:spcPts val="200"/>
              </a:spcAft>
              <a:defRPr sz="1100" b="0" i="0">
                <a:solidFill>
                  <a:schemeClr val="accent1"/>
                </a:solidFill>
                <a:latin typeface="Graphik" panose="020B0503030202060203" pitchFamily="34" charset="77"/>
              </a:defRPr>
            </a:lvl2pPr>
          </a:lstStyle>
          <a:p>
            <a:pPr lvl="0"/>
            <a:r>
              <a:rPr lang="en-US" dirty="0"/>
              <a:t>Edit Master text styles</a:t>
            </a:r>
          </a:p>
          <a:p>
            <a:pPr lvl="1"/>
            <a:r>
              <a:rPr lang="en-US" dirty="0"/>
              <a:t>Second level</a:t>
            </a:r>
          </a:p>
        </p:txBody>
      </p:sp>
      <p:sp>
        <p:nvSpPr>
          <p:cNvPr id="8" name="Text Placeholder 41">
            <a:extLst>
              <a:ext uri="{FF2B5EF4-FFF2-40B4-BE49-F238E27FC236}">
                <a16:creationId xmlns:a16="http://schemas.microsoft.com/office/drawing/2014/main" id="{3411D5B4-838F-41BF-8351-90594902ADE2}"/>
              </a:ext>
            </a:extLst>
          </p:cNvPr>
          <p:cNvSpPr>
            <a:spLocks noGrp="1"/>
          </p:cNvSpPr>
          <p:nvPr>
            <p:ph type="body" sz="quarter" idx="17" hasCustomPrompt="1"/>
          </p:nvPr>
        </p:nvSpPr>
        <p:spPr>
          <a:xfrm>
            <a:off x="3260062" y="2105803"/>
            <a:ext cx="2289401" cy="4200866"/>
          </a:xfrm>
        </p:spPr>
        <p:txBody>
          <a:bodyPr wrap="square">
            <a:noAutofit/>
          </a:bodyPr>
          <a:lstStyle>
            <a:lvl1pPr>
              <a:lnSpc>
                <a:spcPct val="110000"/>
              </a:lnSpc>
              <a:spcBef>
                <a:spcPts val="800"/>
              </a:spcBef>
              <a:spcAft>
                <a:spcPts val="1200"/>
              </a:spcAft>
              <a:defRPr sz="1100" b="0" i="0">
                <a:solidFill>
                  <a:schemeClr val="tx1"/>
                </a:solidFill>
                <a:latin typeface="Graphik" panose="020B0503030202060203" pitchFamily="34" charset="77"/>
              </a:defRPr>
            </a:lvl1pPr>
            <a:lvl2pPr marL="0" indent="0">
              <a:lnSpc>
                <a:spcPct val="110000"/>
              </a:lnSpc>
              <a:spcAft>
                <a:spcPts val="1200"/>
              </a:spcAft>
              <a:buNone/>
              <a:defRPr sz="1100" b="0" i="0">
                <a:solidFill>
                  <a:schemeClr val="tx1"/>
                </a:solidFill>
                <a:latin typeface="Graphik" panose="020B0503030202060203" pitchFamily="34" charset="77"/>
              </a:defRPr>
            </a:lvl2pPr>
            <a:lvl3pPr>
              <a:defRPr sz="1100" b="1">
                <a:solidFill>
                  <a:schemeClr val="tx1"/>
                </a:solidFill>
                <a:latin typeface="Graphik" panose="020B0503030202060203" pitchFamily="34" charset="77"/>
              </a:defRPr>
            </a:lvl3pPr>
          </a:lstStyle>
          <a:p>
            <a:pPr lvl="0"/>
            <a:r>
              <a:rPr lang="en-US" dirty="0"/>
              <a:t>About here</a:t>
            </a:r>
          </a:p>
          <a:p>
            <a:pPr lvl="1"/>
            <a:r>
              <a:rPr lang="en-US" dirty="0"/>
              <a:t>Second level</a:t>
            </a:r>
          </a:p>
        </p:txBody>
      </p:sp>
      <p:sp>
        <p:nvSpPr>
          <p:cNvPr id="10" name="Text Placeholder 41">
            <a:extLst>
              <a:ext uri="{FF2B5EF4-FFF2-40B4-BE49-F238E27FC236}">
                <a16:creationId xmlns:a16="http://schemas.microsoft.com/office/drawing/2014/main" id="{1A4486B8-69BA-4564-A60F-B7B2AFE9878D}"/>
              </a:ext>
            </a:extLst>
          </p:cNvPr>
          <p:cNvSpPr>
            <a:spLocks noGrp="1"/>
          </p:cNvSpPr>
          <p:nvPr>
            <p:ph type="body" sz="quarter" idx="24" hasCustomPrompt="1"/>
          </p:nvPr>
        </p:nvSpPr>
        <p:spPr>
          <a:xfrm>
            <a:off x="6060496" y="2105802"/>
            <a:ext cx="2335768" cy="849656"/>
          </a:xfrm>
        </p:spPr>
        <p:txBody>
          <a:bodyPr wrap="square">
            <a:spAutoFit/>
          </a:bodyPr>
          <a:lstStyle>
            <a:lvl1pPr>
              <a:lnSpc>
                <a:spcPct val="110000"/>
              </a:lnSpc>
              <a:spcBef>
                <a:spcPts val="1200"/>
              </a:spcBef>
              <a:spcAft>
                <a:spcPts val="200"/>
              </a:spcAft>
              <a:defRPr sz="1100" b="0" i="0">
                <a:solidFill>
                  <a:schemeClr val="tx1"/>
                </a:solidFill>
                <a:latin typeface="Graphik" panose="020B0503030202060203" pitchFamily="34" charset="77"/>
              </a:defRPr>
            </a:lvl1pPr>
            <a:lvl2pPr marL="0" indent="0">
              <a:lnSpc>
                <a:spcPct val="100000"/>
              </a:lnSpc>
              <a:spcAft>
                <a:spcPts val="600"/>
              </a:spcAft>
              <a:buNone/>
              <a:defRPr sz="1100" b="0" i="0">
                <a:solidFill>
                  <a:schemeClr val="accent1"/>
                </a:solidFill>
                <a:latin typeface="Graphik" panose="020B0503030202060203" pitchFamily="34" charset="77"/>
              </a:defRPr>
            </a:lvl2pPr>
            <a:lvl3pPr marL="0" indent="0">
              <a:lnSpc>
                <a:spcPct val="110000"/>
              </a:lnSpc>
              <a:buNone/>
              <a:defRPr sz="1100" b="0" i="0">
                <a:solidFill>
                  <a:schemeClr val="tx1"/>
                </a:solidFill>
                <a:latin typeface="Graphik" panose="020B0503030202060203" pitchFamily="34" charset="77"/>
              </a:defRPr>
            </a:lvl3pPr>
          </a:lstStyle>
          <a:p>
            <a:pPr lvl="0"/>
            <a:r>
              <a:rPr lang="en-US" dirty="0"/>
              <a:t>Project name</a:t>
            </a:r>
          </a:p>
          <a:p>
            <a:pPr lvl="1"/>
            <a:r>
              <a:rPr lang="en-US" dirty="0"/>
              <a:t>Client name</a:t>
            </a:r>
          </a:p>
          <a:p>
            <a:pPr lvl="2"/>
            <a:r>
              <a:rPr lang="en-US" dirty="0"/>
              <a:t>Third level</a:t>
            </a:r>
          </a:p>
        </p:txBody>
      </p:sp>
      <p:sp>
        <p:nvSpPr>
          <p:cNvPr id="15" name="Text Placeholder 41">
            <a:extLst>
              <a:ext uri="{FF2B5EF4-FFF2-40B4-BE49-F238E27FC236}">
                <a16:creationId xmlns:a16="http://schemas.microsoft.com/office/drawing/2014/main" id="{5EB2EFD1-3790-4B8B-9737-49D19852164F}"/>
              </a:ext>
            </a:extLst>
          </p:cNvPr>
          <p:cNvSpPr>
            <a:spLocks noGrp="1"/>
          </p:cNvSpPr>
          <p:nvPr>
            <p:ph type="body" sz="quarter" idx="26" hasCustomPrompt="1"/>
          </p:nvPr>
        </p:nvSpPr>
        <p:spPr>
          <a:xfrm>
            <a:off x="8872539" y="2105802"/>
            <a:ext cx="2335768" cy="849656"/>
          </a:xfrm>
        </p:spPr>
        <p:txBody>
          <a:bodyPr wrap="square">
            <a:spAutoFit/>
          </a:bodyPr>
          <a:lstStyle>
            <a:lvl1pPr>
              <a:lnSpc>
                <a:spcPct val="110000"/>
              </a:lnSpc>
              <a:spcBef>
                <a:spcPts val="1200"/>
              </a:spcBef>
              <a:spcAft>
                <a:spcPts val="200"/>
              </a:spcAft>
              <a:defRPr sz="1100" b="0" i="0">
                <a:solidFill>
                  <a:schemeClr val="tx1"/>
                </a:solidFill>
                <a:latin typeface="Graphik" panose="020B0503030202060203" pitchFamily="34" charset="77"/>
              </a:defRPr>
            </a:lvl1pPr>
            <a:lvl2pPr marL="0" indent="0">
              <a:lnSpc>
                <a:spcPct val="100000"/>
              </a:lnSpc>
              <a:spcAft>
                <a:spcPts val="600"/>
              </a:spcAft>
              <a:buNone/>
              <a:defRPr sz="1100" b="0" i="0">
                <a:solidFill>
                  <a:schemeClr val="accent1"/>
                </a:solidFill>
                <a:latin typeface="Graphik" panose="020B0503030202060203" pitchFamily="34" charset="77"/>
              </a:defRPr>
            </a:lvl2pPr>
            <a:lvl3pPr marL="0" indent="0">
              <a:lnSpc>
                <a:spcPct val="110000"/>
              </a:lnSpc>
              <a:buNone/>
              <a:defRPr sz="1100" b="0" i="0">
                <a:solidFill>
                  <a:schemeClr val="tx1"/>
                </a:solidFill>
                <a:latin typeface="Graphik" panose="020B0503030202060203" pitchFamily="34" charset="77"/>
              </a:defRPr>
            </a:lvl3pPr>
          </a:lstStyle>
          <a:p>
            <a:pPr lvl="0"/>
            <a:r>
              <a:rPr lang="en-US" dirty="0"/>
              <a:t>Project name</a:t>
            </a:r>
          </a:p>
          <a:p>
            <a:pPr lvl="1"/>
            <a:r>
              <a:rPr lang="en-US" dirty="0"/>
              <a:t>Client name</a:t>
            </a:r>
          </a:p>
          <a:p>
            <a:pPr lvl="2"/>
            <a:r>
              <a:rPr lang="en-US" dirty="0"/>
              <a:t>Third level</a:t>
            </a:r>
          </a:p>
        </p:txBody>
      </p:sp>
      <p:sp>
        <p:nvSpPr>
          <p:cNvPr id="11" name="Footer Placeholder 1">
            <a:extLst>
              <a:ext uri="{FF2B5EF4-FFF2-40B4-BE49-F238E27FC236}">
                <a16:creationId xmlns:a16="http://schemas.microsoft.com/office/drawing/2014/main" id="{D0854C54-6555-994A-A940-662B0C5AAD66}"/>
              </a:ext>
            </a:extLst>
          </p:cNvPr>
          <p:cNvSpPr>
            <a:spLocks noGrp="1"/>
          </p:cNvSpPr>
          <p:nvPr>
            <p:ph type="ftr" sz="quarter" idx="36"/>
          </p:nvPr>
        </p:nvSpPr>
        <p:spPr>
          <a:xfrm>
            <a:off x="7391584" y="6537399"/>
            <a:ext cx="4141956" cy="161962"/>
          </a:xfrm>
        </p:spPr>
        <p:txBody>
          <a:bodyPr/>
          <a:lstStyle/>
          <a:p>
            <a:endParaRPr lang="en-AU" dirty="0"/>
          </a:p>
        </p:txBody>
      </p:sp>
      <p:sp>
        <p:nvSpPr>
          <p:cNvPr id="12" name="Slide Number Placeholder 2">
            <a:extLst>
              <a:ext uri="{FF2B5EF4-FFF2-40B4-BE49-F238E27FC236}">
                <a16:creationId xmlns:a16="http://schemas.microsoft.com/office/drawing/2014/main" id="{28BE1AEE-5D99-C046-A8C6-C03345AB0D5A}"/>
              </a:ext>
            </a:extLst>
          </p:cNvPr>
          <p:cNvSpPr>
            <a:spLocks noGrp="1"/>
          </p:cNvSpPr>
          <p:nvPr>
            <p:ph type="sldNum" sz="quarter" idx="37"/>
          </p:nvPr>
        </p:nvSpPr>
        <p:spPr>
          <a:xfrm flipH="1">
            <a:off x="11617001" y="6537474"/>
            <a:ext cx="216084" cy="161888"/>
          </a:xfrm>
        </p:spPr>
        <p:txBody>
          <a:bodyPr/>
          <a:lstStyle/>
          <a:p>
            <a:pPr>
              <a:defRPr/>
            </a:pPr>
            <a:fld id="{90CBDC3A-D49F-4631-A8C7-55D59B33E5FA}" type="slidenum">
              <a:rPr lang="en-US" smtClean="0"/>
              <a:pPr>
                <a:defRPr/>
              </a:pPr>
              <a:t>‹#›</a:t>
            </a:fld>
            <a:endParaRPr lang="en-US" dirty="0"/>
          </a:p>
        </p:txBody>
      </p:sp>
      <p:sp>
        <p:nvSpPr>
          <p:cNvPr id="14" name="Title 1">
            <a:extLst>
              <a:ext uri="{FF2B5EF4-FFF2-40B4-BE49-F238E27FC236}">
                <a16:creationId xmlns:a16="http://schemas.microsoft.com/office/drawing/2014/main" id="{2C4FB7A1-E025-1B4E-BD44-9BDA28BC73EA}"/>
              </a:ext>
            </a:extLst>
          </p:cNvPr>
          <p:cNvSpPr>
            <a:spLocks noGrp="1"/>
          </p:cNvSpPr>
          <p:nvPr>
            <p:ph type="title" hasCustomPrompt="1"/>
          </p:nvPr>
        </p:nvSpPr>
        <p:spPr>
          <a:xfrm>
            <a:off x="425171" y="296863"/>
            <a:ext cx="7326592" cy="1501938"/>
          </a:xfrm>
        </p:spPr>
        <p:txBody>
          <a:bodyPr vert="horz" wrap="square" lIns="0" tIns="0" rIns="0" bIns="0" rtlCol="0" anchor="b">
            <a:noAutofit/>
          </a:bodyPr>
          <a:lstStyle>
            <a:lvl1pPr marL="0" indent="0">
              <a:lnSpc>
                <a:spcPct val="80000"/>
              </a:lnSpc>
              <a:spcBef>
                <a:spcPts val="0"/>
              </a:spcBef>
              <a:buFont typeface="Arial" pitchFamily="34" charset="0"/>
              <a:buNone/>
              <a:defRPr lang="en-US" b="0" i="0">
                <a:ea typeface="Roboto" panose="02000000000000000000" pitchFamily="2" charset="0"/>
              </a:defRPr>
            </a:lvl1pPr>
          </a:lstStyle>
          <a:p>
            <a:pPr marL="0" lvl="0" indent="0">
              <a:spcBef>
                <a:spcPts val="0"/>
              </a:spcBef>
              <a:buFont typeface="Arial" pitchFamily="34" charset="0"/>
              <a:buNone/>
            </a:pPr>
            <a:r>
              <a:rPr lang="en-US" dirty="0"/>
              <a:t>INSERT MAIN TITLE </a:t>
            </a:r>
            <a:br>
              <a:rPr lang="en-US" dirty="0"/>
            </a:br>
            <a:r>
              <a:rPr lang="en-US" dirty="0"/>
              <a:t>AT 36PT MIN 30PT</a:t>
            </a:r>
          </a:p>
        </p:txBody>
      </p:sp>
    </p:spTree>
    <p:extLst>
      <p:ext uri="{BB962C8B-B14F-4D97-AF65-F5344CB8AC3E}">
        <p14:creationId xmlns:p14="http://schemas.microsoft.com/office/powerpoint/2010/main" val="373654926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userDrawn="1">
  <p:cSld name="Divider 1.2">
    <p:bg>
      <p:bgPr>
        <a:solidFill>
          <a:schemeClr val="accent2"/>
        </a:solidFill>
        <a:effectLst/>
      </p:bgPr>
    </p:bg>
    <p:spTree>
      <p:nvGrpSpPr>
        <p:cNvPr id="1" name=""/>
        <p:cNvGrpSpPr/>
        <p:nvPr/>
      </p:nvGrpSpPr>
      <p:grpSpPr>
        <a:xfrm>
          <a:off x="0" y="0"/>
          <a:ext cx="0" cy="0"/>
          <a:chOff x="0" y="0"/>
          <a:chExt cx="0" cy="0"/>
        </a:xfrm>
      </p:grpSpPr>
      <p:pic>
        <p:nvPicPr>
          <p:cNvPr id="12" name="Acc_MobilityBLACK" hidden="1"/>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194827" y="541385"/>
            <a:ext cx="3430214" cy="527557"/>
          </a:xfrm>
          <a:prstGeom prst="rect">
            <a:avLst/>
          </a:prstGeom>
        </p:spPr>
      </p:pic>
      <p:pic>
        <p:nvPicPr>
          <p:cNvPr id="13" name="Acc_InteractiveBLACK" hidden="1"/>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8194486" y="551413"/>
            <a:ext cx="3443260" cy="518866"/>
          </a:xfrm>
          <a:prstGeom prst="rect">
            <a:avLst/>
          </a:prstGeom>
        </p:spPr>
      </p:pic>
      <p:pic>
        <p:nvPicPr>
          <p:cNvPr id="14" name="Acc_AnalyticsBLACK" hidden="1"/>
          <p:cNvPicPr>
            <a:picLocks noChangeAspect="1"/>
          </p:cNvPicPr>
          <p:nvPr userDrawn="1"/>
        </p:nvPicPr>
        <p:blipFill>
          <a:blip r:embed="rId4" cstate="screen">
            <a:extLst>
              <a:ext uri="{28A0092B-C50C-407E-A947-70E740481C1C}">
                <a14:useLocalDpi xmlns:a14="http://schemas.microsoft.com/office/drawing/2010/main"/>
              </a:ext>
            </a:extLst>
          </a:blip>
          <a:stretch>
            <a:fillRect/>
          </a:stretch>
        </p:blipFill>
        <p:spPr>
          <a:xfrm>
            <a:off x="8196099" y="541708"/>
            <a:ext cx="3428941" cy="528482"/>
          </a:xfrm>
          <a:prstGeom prst="rect">
            <a:avLst/>
          </a:prstGeom>
        </p:spPr>
      </p:pic>
      <p:pic>
        <p:nvPicPr>
          <p:cNvPr id="9" name="Picture 8">
            <a:extLst>
              <a:ext uri="{FF2B5EF4-FFF2-40B4-BE49-F238E27FC236}">
                <a16:creationId xmlns:a16="http://schemas.microsoft.com/office/drawing/2014/main" id="{71EC0C07-9CB6-574A-8F51-81F43A6FE0B8}"/>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8440897" y="376241"/>
            <a:ext cx="2579388" cy="513630"/>
          </a:xfrm>
          <a:prstGeom prst="rect">
            <a:avLst/>
          </a:prstGeom>
        </p:spPr>
      </p:pic>
      <p:sp>
        <p:nvSpPr>
          <p:cNvPr id="19" name="Footer Placeholder 1">
            <a:extLst>
              <a:ext uri="{FF2B5EF4-FFF2-40B4-BE49-F238E27FC236}">
                <a16:creationId xmlns:a16="http://schemas.microsoft.com/office/drawing/2014/main" id="{195CDC40-048A-8746-ADDA-3014F13E384D}"/>
              </a:ext>
            </a:extLst>
          </p:cNvPr>
          <p:cNvSpPr>
            <a:spLocks noGrp="1"/>
          </p:cNvSpPr>
          <p:nvPr>
            <p:ph type="ftr" sz="quarter" idx="31"/>
          </p:nvPr>
        </p:nvSpPr>
        <p:spPr>
          <a:xfrm>
            <a:off x="7391584" y="6537399"/>
            <a:ext cx="4141956" cy="161962"/>
          </a:xfrm>
        </p:spPr>
        <p:txBody>
          <a:bodyPr/>
          <a:lstStyle>
            <a:lvl1pPr>
              <a:defRPr>
                <a:solidFill>
                  <a:schemeClr val="tx1">
                    <a:alpha val="50000"/>
                  </a:schemeClr>
                </a:solidFill>
              </a:defRPr>
            </a:lvl1pPr>
          </a:lstStyle>
          <a:p>
            <a:endParaRPr lang="en-US" dirty="0"/>
          </a:p>
        </p:txBody>
      </p:sp>
      <p:sp>
        <p:nvSpPr>
          <p:cNvPr id="20" name="Slide Number Placeholder 2">
            <a:extLst>
              <a:ext uri="{FF2B5EF4-FFF2-40B4-BE49-F238E27FC236}">
                <a16:creationId xmlns:a16="http://schemas.microsoft.com/office/drawing/2014/main" id="{167B18B3-4437-9A40-B389-7901B78FAAA7}"/>
              </a:ext>
            </a:extLst>
          </p:cNvPr>
          <p:cNvSpPr>
            <a:spLocks noGrp="1"/>
          </p:cNvSpPr>
          <p:nvPr>
            <p:ph type="sldNum" sz="quarter" idx="32"/>
          </p:nvPr>
        </p:nvSpPr>
        <p:spPr>
          <a:xfrm flipH="1">
            <a:off x="11617001" y="6537474"/>
            <a:ext cx="216084" cy="161888"/>
          </a:xfrm>
        </p:spPr>
        <p:txBody>
          <a:bodyPr/>
          <a:lstStyle>
            <a:lvl1pPr>
              <a:defRPr>
                <a:solidFill>
                  <a:schemeClr val="tx1">
                    <a:alpha val="50000"/>
                  </a:schemeClr>
                </a:solidFill>
              </a:defRPr>
            </a:lvl1pPr>
          </a:lstStyle>
          <a:p>
            <a:pPr>
              <a:defRPr/>
            </a:pPr>
            <a:fld id="{90CBDC3A-D49F-4631-A8C7-55D59B33E5FA}" type="slidenum">
              <a:rPr lang="en-US" smtClean="0"/>
              <a:pPr>
                <a:defRPr/>
              </a:pPr>
              <a:t>‹#›</a:t>
            </a:fld>
            <a:endParaRPr lang="en-US" dirty="0"/>
          </a:p>
        </p:txBody>
      </p:sp>
      <p:sp>
        <p:nvSpPr>
          <p:cNvPr id="26" name="Text Placeholder 45">
            <a:extLst>
              <a:ext uri="{FF2B5EF4-FFF2-40B4-BE49-F238E27FC236}">
                <a16:creationId xmlns:a16="http://schemas.microsoft.com/office/drawing/2014/main" id="{8031E14C-5117-A446-9A05-8417A3777E29}"/>
              </a:ext>
            </a:extLst>
          </p:cNvPr>
          <p:cNvSpPr>
            <a:spLocks noGrp="1"/>
          </p:cNvSpPr>
          <p:nvPr>
            <p:ph type="body" sz="quarter" idx="10" hasCustomPrompt="1"/>
          </p:nvPr>
        </p:nvSpPr>
        <p:spPr>
          <a:xfrm>
            <a:off x="538565" y="3447509"/>
            <a:ext cx="5273663" cy="987196"/>
          </a:xfrm>
        </p:spPr>
        <p:txBody>
          <a:bodyPr/>
          <a:lstStyle>
            <a:lvl1pPr>
              <a:lnSpc>
                <a:spcPct val="100000"/>
              </a:lnSpc>
              <a:defRPr sz="2799" b="0" i="0">
                <a:latin typeface="Graphik" panose="020B0503030202060203" pitchFamily="34" charset="77"/>
              </a:defRPr>
            </a:lvl1pPr>
          </a:lstStyle>
          <a:p>
            <a:r>
              <a:rPr lang="en-AU" dirty="0"/>
              <a:t>Lorem ipsum </a:t>
            </a:r>
            <a:r>
              <a:rPr lang="en-AU" dirty="0" err="1"/>
              <a:t>dolor</a:t>
            </a:r>
            <a:r>
              <a:rPr lang="en-AU" dirty="0"/>
              <a:t> sit </a:t>
            </a:r>
            <a:r>
              <a:rPr lang="en-AU" dirty="0" err="1"/>
              <a:t>amet</a:t>
            </a:r>
            <a:r>
              <a:rPr lang="en-AU" dirty="0"/>
              <a:t>. Some text goes here.</a:t>
            </a:r>
          </a:p>
        </p:txBody>
      </p:sp>
      <p:sp>
        <p:nvSpPr>
          <p:cNvPr id="11" name="Title 1">
            <a:extLst>
              <a:ext uri="{FF2B5EF4-FFF2-40B4-BE49-F238E27FC236}">
                <a16:creationId xmlns:a16="http://schemas.microsoft.com/office/drawing/2014/main" id="{2ED74A2E-FDCF-6447-A560-EE24247F7FBA}"/>
              </a:ext>
            </a:extLst>
          </p:cNvPr>
          <p:cNvSpPr>
            <a:spLocks noGrp="1"/>
          </p:cNvSpPr>
          <p:nvPr>
            <p:ph type="ctrTitle" hasCustomPrompt="1"/>
          </p:nvPr>
        </p:nvSpPr>
        <p:spPr>
          <a:xfrm>
            <a:off x="538564" y="2652012"/>
            <a:ext cx="7398714" cy="850033"/>
          </a:xfrm>
        </p:spPr>
        <p:txBody>
          <a:bodyPr anchor="b">
            <a:noAutofit/>
          </a:bodyPr>
          <a:lstStyle>
            <a:lvl1pPr>
              <a:lnSpc>
                <a:spcPct val="70000"/>
              </a:lnSpc>
              <a:defRPr sz="6799" b="0" i="0">
                <a:latin typeface="Graphik Black" panose="020B0503030202060203" pitchFamily="34" charset="77"/>
              </a:defRPr>
            </a:lvl1pPr>
          </a:lstStyle>
          <a:p>
            <a:r>
              <a:rPr lang="en-US" dirty="0"/>
              <a:t>INTRODUCTION</a:t>
            </a:r>
          </a:p>
        </p:txBody>
      </p:sp>
    </p:spTree>
    <p:extLst>
      <p:ext uri="{BB962C8B-B14F-4D97-AF65-F5344CB8AC3E}">
        <p14:creationId xmlns:p14="http://schemas.microsoft.com/office/powerpoint/2010/main" val="3517478560"/>
      </p:ext>
    </p:extLst>
  </p:cSld>
  <p:clrMapOvr>
    <a:masterClrMapping/>
  </p:clrMapOvr>
  <p:extLst>
    <p:ext uri="{DCECCB84-F9BA-43D5-87BE-67443E8EF086}">
      <p15:sldGuideLst xmlns:p15="http://schemas.microsoft.com/office/powerpoint/2012/main">
        <p15:guide id="1" pos="6968">
          <p15:clr>
            <a:srgbClr val="5ACBF0"/>
          </p15:clr>
        </p15:guide>
        <p15:guide id="2" pos="709">
          <p15:clr>
            <a:srgbClr val="5ACBF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2AEF02B-7173-46B2-BC8F-CB2C8C168AC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nl-NL"/>
          </a:p>
        </p:txBody>
      </p:sp>
      <p:sp>
        <p:nvSpPr>
          <p:cNvPr id="3" name="Text Placeholder 2">
            <a:extLst>
              <a:ext uri="{FF2B5EF4-FFF2-40B4-BE49-F238E27FC236}">
                <a16:creationId xmlns:a16="http://schemas.microsoft.com/office/drawing/2014/main" id="{A98944BE-3339-400B-89B5-700F86E5A6D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sp>
        <p:nvSpPr>
          <p:cNvPr id="4" name="Date Placeholder 3">
            <a:extLst>
              <a:ext uri="{FF2B5EF4-FFF2-40B4-BE49-F238E27FC236}">
                <a16:creationId xmlns:a16="http://schemas.microsoft.com/office/drawing/2014/main" id="{65D84503-E820-4B8A-BD0E-A589A3F4764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nl-NL"/>
          </a:p>
        </p:txBody>
      </p:sp>
      <p:sp>
        <p:nvSpPr>
          <p:cNvPr id="5" name="Footer Placeholder 4">
            <a:extLst>
              <a:ext uri="{FF2B5EF4-FFF2-40B4-BE49-F238E27FC236}">
                <a16:creationId xmlns:a16="http://schemas.microsoft.com/office/drawing/2014/main" id="{28FC09FF-170F-4713-A43F-66424599E0D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nl-NL"/>
          </a:p>
        </p:txBody>
      </p:sp>
      <p:sp>
        <p:nvSpPr>
          <p:cNvPr id="6" name="Slide Number Placeholder 5">
            <a:extLst>
              <a:ext uri="{FF2B5EF4-FFF2-40B4-BE49-F238E27FC236}">
                <a16:creationId xmlns:a16="http://schemas.microsoft.com/office/drawing/2014/main" id="{87FA5E3C-F303-46BA-974D-BE4E966DA63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C2023F8-DA26-43F2-AE62-B9DE0D023776}" type="slidenum">
              <a:rPr lang="nl-NL" smtClean="0"/>
              <a:t>‹#›</a:t>
            </a:fld>
            <a:endParaRPr lang="nl-NL"/>
          </a:p>
        </p:txBody>
      </p:sp>
    </p:spTree>
    <p:extLst>
      <p:ext uri="{BB962C8B-B14F-4D97-AF65-F5344CB8AC3E}">
        <p14:creationId xmlns:p14="http://schemas.microsoft.com/office/powerpoint/2010/main" val="388160030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9"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Lst>
  <p:hf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xml"/><Relationship Id="rId1" Type="http://schemas.openxmlformats.org/officeDocument/2006/relationships/slideLayout" Target="../slideLayouts/slideLayout12.xml"/><Relationship Id="rId5" Type="http://schemas.openxmlformats.org/officeDocument/2006/relationships/image" Target="../media/image5.png"/><Relationship Id="rId4" Type="http://schemas.openxmlformats.org/officeDocument/2006/relationships/image" Target="../media/image8.png"/></Relationships>
</file>

<file path=ppt/slides/_rels/slide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12.xml"/><Relationship Id="rId5" Type="http://schemas.openxmlformats.org/officeDocument/2006/relationships/image" Target="../media/image5.png"/><Relationship Id="rId4" Type="http://schemas.openxmlformats.org/officeDocument/2006/relationships/image" Target="../media/image8.png"/></Relationships>
</file>

<file path=ppt/slides/_rels/slide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14.xml"/><Relationship Id="rId5" Type="http://schemas.openxmlformats.org/officeDocument/2006/relationships/image" Target="../media/image8.png"/><Relationship Id="rId4" Type="http://schemas.openxmlformats.org/officeDocument/2006/relationships/image" Target="../media/image1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5.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19.xml"/></Relationships>
</file>

<file path=ppt/slides/_rels/slide6.xml.rels><?xml version="1.0" encoding="UTF-8" standalone="yes"?>
<Relationships xmlns="http://schemas.openxmlformats.org/package/2006/relationships"><Relationship Id="rId2" Type="http://schemas.openxmlformats.org/officeDocument/2006/relationships/image" Target="../media/image13.jpg"/><Relationship Id="rId1" Type="http://schemas.openxmlformats.org/officeDocument/2006/relationships/slideLayout" Target="../slideLayouts/slideLayout19.xml"/></Relationships>
</file>

<file path=ppt/slides/_rels/slide7.xml.rels><?xml version="1.0" encoding="UTF-8" standalone="yes"?>
<Relationships xmlns="http://schemas.openxmlformats.org/package/2006/relationships"><Relationship Id="rId2" Type="http://schemas.openxmlformats.org/officeDocument/2006/relationships/image" Target="../media/image14.jpg"/><Relationship Id="rId1" Type="http://schemas.openxmlformats.org/officeDocument/2006/relationships/slideLayout" Target="../slideLayouts/slideLayout1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16.xml"/><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comments" Target="../comments/comment1.xml"/><Relationship Id="rId1" Type="http://schemas.openxmlformats.org/officeDocument/2006/relationships/slideLayout" Target="../slideLayouts/slideLayout21.xml"/></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4.xml"/><Relationship Id="rId1" Type="http://schemas.openxmlformats.org/officeDocument/2006/relationships/slideLayout" Target="../slideLayouts/slideLayout13.xml"/><Relationship Id="rId4" Type="http://schemas.openxmlformats.org/officeDocument/2006/relationships/hyperlink" Target="https://github.com/slundberg/shap"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3" Type="http://schemas.openxmlformats.org/officeDocument/2006/relationships/hyperlink" Target="https://github.com/marcotcr/lime" TargetMode="External"/><Relationship Id="rId2" Type="http://schemas.openxmlformats.org/officeDocument/2006/relationships/image" Target="../media/image16.png"/><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3" Type="http://schemas.openxmlformats.org/officeDocument/2006/relationships/hyperlink" Target="https://github.com/marcotcr/lime" TargetMode="External"/><Relationship Id="rId2" Type="http://schemas.openxmlformats.org/officeDocument/2006/relationships/image" Target="../media/image16.png"/><Relationship Id="rId1" Type="http://schemas.openxmlformats.org/officeDocument/2006/relationships/slideLayout" Target="../slideLayouts/slideLayout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4.xml.rels><?xml version="1.0" encoding="UTF-8" standalone="yes"?>
<Relationships xmlns="http://schemas.openxmlformats.org/package/2006/relationships"><Relationship Id="rId2" Type="http://schemas.openxmlformats.org/officeDocument/2006/relationships/comments" Target="../comments/comment2.xml"/><Relationship Id="rId1" Type="http://schemas.openxmlformats.org/officeDocument/2006/relationships/slideLayout" Target="../slideLayouts/slideLayout1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28.xml.rels><?xml version="1.0" encoding="UTF-8" standalone="yes"?>
<Relationships xmlns="http://schemas.openxmlformats.org/package/2006/relationships"><Relationship Id="rId2" Type="http://schemas.openxmlformats.org/officeDocument/2006/relationships/comments" Target="../comments/comment3.xml"/><Relationship Id="rId1" Type="http://schemas.openxmlformats.org/officeDocument/2006/relationships/slideLayout" Target="../slideLayouts/slideLayout1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3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13.xml"/></Relationships>
</file>

<file path=ppt/slides/_rels/slide3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13.xml"/></Relationships>
</file>

<file path=ppt/slides/_rels/slide3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35.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1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40.xml.rels><?xml version="1.0" encoding="UTF-8" standalone="yes"?>
<Relationships xmlns="http://schemas.openxmlformats.org/package/2006/relationships"><Relationship Id="rId2" Type="http://schemas.openxmlformats.org/officeDocument/2006/relationships/hyperlink" Target="https://www.sympy.org/en/index.html" TargetMode="External"/><Relationship Id="rId1" Type="http://schemas.openxmlformats.org/officeDocument/2006/relationships/slideLayout" Target="../slideLayouts/slideLayout13.xml"/></Relationships>
</file>

<file path=ppt/slides/_rels/slide41.xml.rels><?xml version="1.0" encoding="UTF-8" standalone="yes"?>
<Relationships xmlns="http://schemas.openxmlformats.org/package/2006/relationships"><Relationship Id="rId2" Type="http://schemas.openxmlformats.org/officeDocument/2006/relationships/hyperlink" Target="https://www.sympy.org/en/index.html" TargetMode="External"/><Relationship Id="rId1" Type="http://schemas.openxmlformats.org/officeDocument/2006/relationships/slideLayout" Target="../slideLayouts/slideLayout1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16.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8.xml"/><Relationship Id="rId1"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A6E59192-557A-46EA-A98B-4A8D3DD60B43}"/>
              </a:ext>
            </a:extLst>
          </p:cNvPr>
          <p:cNvPicPr>
            <a:picLocks noChangeAspect="1"/>
          </p:cNvPicPr>
          <p:nvPr/>
        </p:nvPicPr>
        <p:blipFill>
          <a:blip r:embed="rId3"/>
          <a:stretch>
            <a:fillRect/>
          </a:stretch>
        </p:blipFill>
        <p:spPr>
          <a:xfrm>
            <a:off x="4640495" y="1499449"/>
            <a:ext cx="7998645" cy="3859102"/>
          </a:xfrm>
          <a:prstGeom prst="rect">
            <a:avLst/>
          </a:prstGeom>
        </p:spPr>
      </p:pic>
      <p:pic>
        <p:nvPicPr>
          <p:cNvPr id="4" name="Picture 3">
            <a:extLst>
              <a:ext uri="{FF2B5EF4-FFF2-40B4-BE49-F238E27FC236}">
                <a16:creationId xmlns:a16="http://schemas.microsoft.com/office/drawing/2014/main" id="{0F224F0A-C582-495D-AF89-AF51E1A5C26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75691" y="975179"/>
            <a:ext cx="2643341" cy="764091"/>
          </a:xfrm>
          <a:prstGeom prst="rect">
            <a:avLst/>
          </a:prstGeom>
        </p:spPr>
      </p:pic>
      <p:pic>
        <p:nvPicPr>
          <p:cNvPr id="7" name="Acc_DigitalBLACK">
            <a:extLst>
              <a:ext uri="{FF2B5EF4-FFF2-40B4-BE49-F238E27FC236}">
                <a16:creationId xmlns:a16="http://schemas.microsoft.com/office/drawing/2014/main" id="{0654672C-C36C-493B-83D7-A9F02BCE54ED}"/>
              </a:ext>
            </a:extLst>
          </p:cNvPr>
          <p:cNvPicPr>
            <a:picLocks noChangeAspect="1"/>
          </p:cNvPicPr>
          <p:nvPr/>
        </p:nvPicPr>
        <p:blipFill>
          <a:blip r:embed="rId5" cstate="screen">
            <a:extLst>
              <a:ext uri="{28A0092B-C50C-407E-A947-70E740481C1C}">
                <a14:useLocalDpi xmlns:a14="http://schemas.microsoft.com/office/drawing/2010/main"/>
              </a:ext>
            </a:extLst>
          </a:blip>
          <a:stretch>
            <a:fillRect/>
          </a:stretch>
        </p:blipFill>
        <p:spPr>
          <a:xfrm>
            <a:off x="775691" y="1987048"/>
            <a:ext cx="2579389" cy="499527"/>
          </a:xfrm>
          <a:prstGeom prst="rect">
            <a:avLst/>
          </a:prstGeom>
        </p:spPr>
      </p:pic>
      <p:cxnSp>
        <p:nvCxnSpPr>
          <p:cNvPr id="8" name="Straight Connector 7">
            <a:extLst>
              <a:ext uri="{FF2B5EF4-FFF2-40B4-BE49-F238E27FC236}">
                <a16:creationId xmlns:a16="http://schemas.microsoft.com/office/drawing/2014/main" id="{AD2519A2-9453-4015-991D-3302FE310A16}"/>
              </a:ext>
            </a:extLst>
          </p:cNvPr>
          <p:cNvCxnSpPr/>
          <p:nvPr/>
        </p:nvCxnSpPr>
        <p:spPr>
          <a:xfrm>
            <a:off x="4266736" y="1619693"/>
            <a:ext cx="0" cy="3618614"/>
          </a:xfrm>
          <a:prstGeom prst="line">
            <a:avLst/>
          </a:prstGeom>
          <a:ln w="57150" cmpd="sng">
            <a:solidFill>
              <a:schemeClr val="tx1"/>
            </a:solidFill>
            <a:prstDash val="solid"/>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sp>
        <p:nvSpPr>
          <p:cNvPr id="2" name="Rectangle 1">
            <a:extLst>
              <a:ext uri="{FF2B5EF4-FFF2-40B4-BE49-F238E27FC236}">
                <a16:creationId xmlns:a16="http://schemas.microsoft.com/office/drawing/2014/main" id="{3398762C-B883-4E7C-952A-21179167CEDD}"/>
              </a:ext>
            </a:extLst>
          </p:cNvPr>
          <p:cNvSpPr/>
          <p:nvPr/>
        </p:nvSpPr>
        <p:spPr>
          <a:xfrm>
            <a:off x="733160" y="4670076"/>
            <a:ext cx="2796847" cy="707886"/>
          </a:xfrm>
          <a:prstGeom prst="rect">
            <a:avLst/>
          </a:prstGeom>
        </p:spPr>
        <p:txBody>
          <a:bodyPr wrap="square">
            <a:spAutoFit/>
          </a:bodyPr>
          <a:lstStyle/>
          <a:p>
            <a:r>
              <a:rPr lang="en-GB" sz="2000" dirty="0">
                <a:latin typeface="Graphik Black"/>
              </a:rPr>
              <a:t>Author	 Marnix Maas</a:t>
            </a:r>
          </a:p>
          <a:p>
            <a:r>
              <a:rPr lang="en-GB" sz="2000" dirty="0">
                <a:latin typeface="Graphik Black"/>
              </a:rPr>
              <a:t>Date 	 6</a:t>
            </a:r>
            <a:r>
              <a:rPr lang="en-GB" sz="2000" baseline="30000" dirty="0">
                <a:latin typeface="Graphik Black"/>
              </a:rPr>
              <a:t>th</a:t>
            </a:r>
            <a:r>
              <a:rPr lang="en-GB" sz="2000" dirty="0">
                <a:latin typeface="Graphik Black"/>
              </a:rPr>
              <a:t> March 2020</a:t>
            </a:r>
          </a:p>
        </p:txBody>
      </p:sp>
    </p:spTree>
    <p:extLst>
      <p:ext uri="{BB962C8B-B14F-4D97-AF65-F5344CB8AC3E}">
        <p14:creationId xmlns:p14="http://schemas.microsoft.com/office/powerpoint/2010/main" val="174103173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A6E59192-557A-46EA-A98B-4A8D3DD60B43}"/>
              </a:ext>
            </a:extLst>
          </p:cNvPr>
          <p:cNvPicPr>
            <a:picLocks noChangeAspect="1"/>
          </p:cNvPicPr>
          <p:nvPr/>
        </p:nvPicPr>
        <p:blipFill>
          <a:blip r:embed="rId3"/>
          <a:stretch>
            <a:fillRect/>
          </a:stretch>
        </p:blipFill>
        <p:spPr>
          <a:xfrm>
            <a:off x="4640495" y="1499449"/>
            <a:ext cx="7998645" cy="3859102"/>
          </a:xfrm>
          <a:prstGeom prst="rect">
            <a:avLst/>
          </a:prstGeom>
        </p:spPr>
      </p:pic>
      <p:pic>
        <p:nvPicPr>
          <p:cNvPr id="4" name="Picture 3">
            <a:extLst>
              <a:ext uri="{FF2B5EF4-FFF2-40B4-BE49-F238E27FC236}">
                <a16:creationId xmlns:a16="http://schemas.microsoft.com/office/drawing/2014/main" id="{0F224F0A-C582-495D-AF89-AF51E1A5C26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75691" y="1038976"/>
            <a:ext cx="2643341" cy="764091"/>
          </a:xfrm>
          <a:prstGeom prst="rect">
            <a:avLst/>
          </a:prstGeom>
        </p:spPr>
      </p:pic>
      <p:pic>
        <p:nvPicPr>
          <p:cNvPr id="7" name="Acc_DigitalBLACK">
            <a:extLst>
              <a:ext uri="{FF2B5EF4-FFF2-40B4-BE49-F238E27FC236}">
                <a16:creationId xmlns:a16="http://schemas.microsoft.com/office/drawing/2014/main" id="{0654672C-C36C-493B-83D7-A9F02BCE54ED}"/>
              </a:ext>
            </a:extLst>
          </p:cNvPr>
          <p:cNvPicPr>
            <a:picLocks noChangeAspect="1"/>
          </p:cNvPicPr>
          <p:nvPr/>
        </p:nvPicPr>
        <p:blipFill>
          <a:blip r:embed="rId5" cstate="screen">
            <a:extLst>
              <a:ext uri="{28A0092B-C50C-407E-A947-70E740481C1C}">
                <a14:useLocalDpi xmlns:a14="http://schemas.microsoft.com/office/drawing/2010/main"/>
              </a:ext>
            </a:extLst>
          </a:blip>
          <a:stretch>
            <a:fillRect/>
          </a:stretch>
        </p:blipFill>
        <p:spPr>
          <a:xfrm>
            <a:off x="775691" y="2050845"/>
            <a:ext cx="2579389" cy="499527"/>
          </a:xfrm>
          <a:prstGeom prst="rect">
            <a:avLst/>
          </a:prstGeom>
        </p:spPr>
      </p:pic>
      <p:cxnSp>
        <p:nvCxnSpPr>
          <p:cNvPr id="8" name="Straight Connector 7">
            <a:extLst>
              <a:ext uri="{FF2B5EF4-FFF2-40B4-BE49-F238E27FC236}">
                <a16:creationId xmlns:a16="http://schemas.microsoft.com/office/drawing/2014/main" id="{AD2519A2-9453-4015-991D-3302FE310A16}"/>
              </a:ext>
            </a:extLst>
          </p:cNvPr>
          <p:cNvCxnSpPr/>
          <p:nvPr/>
        </p:nvCxnSpPr>
        <p:spPr>
          <a:xfrm>
            <a:off x="4266736" y="1619693"/>
            <a:ext cx="0" cy="3618614"/>
          </a:xfrm>
          <a:prstGeom prst="line">
            <a:avLst/>
          </a:prstGeom>
          <a:ln w="57150" cmpd="sng">
            <a:solidFill>
              <a:schemeClr val="tx1"/>
            </a:solidFill>
            <a:prstDash val="solid"/>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sp>
        <p:nvSpPr>
          <p:cNvPr id="2" name="Rectangle 1">
            <a:extLst>
              <a:ext uri="{FF2B5EF4-FFF2-40B4-BE49-F238E27FC236}">
                <a16:creationId xmlns:a16="http://schemas.microsoft.com/office/drawing/2014/main" id="{3398762C-B883-4E7C-952A-21179167CEDD}"/>
              </a:ext>
            </a:extLst>
          </p:cNvPr>
          <p:cNvSpPr/>
          <p:nvPr/>
        </p:nvSpPr>
        <p:spPr>
          <a:xfrm>
            <a:off x="775691" y="4425523"/>
            <a:ext cx="2796847" cy="707886"/>
          </a:xfrm>
          <a:prstGeom prst="rect">
            <a:avLst/>
          </a:prstGeom>
        </p:spPr>
        <p:txBody>
          <a:bodyPr wrap="square">
            <a:spAutoFit/>
          </a:bodyPr>
          <a:lstStyle/>
          <a:p>
            <a:r>
              <a:rPr lang="en-GB" sz="2000" dirty="0"/>
              <a:t>Author	Marnix Maas</a:t>
            </a:r>
          </a:p>
          <a:p>
            <a:r>
              <a:rPr lang="en-GB" sz="2000" dirty="0"/>
              <a:t>Date 	6th March 2020</a:t>
            </a:r>
          </a:p>
        </p:txBody>
      </p:sp>
      <p:cxnSp>
        <p:nvCxnSpPr>
          <p:cNvPr id="12" name="Straight Connector 11">
            <a:extLst>
              <a:ext uri="{FF2B5EF4-FFF2-40B4-BE49-F238E27FC236}">
                <a16:creationId xmlns:a16="http://schemas.microsoft.com/office/drawing/2014/main" id="{5362B975-D00D-4AD5-BA0B-3B59E0476D45}"/>
              </a:ext>
            </a:extLst>
          </p:cNvPr>
          <p:cNvCxnSpPr>
            <a:cxnSpLocks/>
          </p:cNvCxnSpPr>
          <p:nvPr/>
        </p:nvCxnSpPr>
        <p:spPr>
          <a:xfrm>
            <a:off x="653654" y="3398872"/>
            <a:ext cx="2918884" cy="0"/>
          </a:xfrm>
          <a:prstGeom prst="line">
            <a:avLst/>
          </a:prstGeom>
          <a:ln w="57150" cmpd="sng">
            <a:solidFill>
              <a:schemeClr val="tx1"/>
            </a:solidFill>
            <a:prstDash val="solid"/>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16079744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0">
  <p:cSld>
    <p:bg>
      <p:bgPr>
        <a:solidFill>
          <a:srgbClr val="FFD93A"/>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1BE2E81-F630-44A0-B9B8-9509F48FA8F1}"/>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653917" y="2570228"/>
            <a:ext cx="914188" cy="914188"/>
          </a:xfrm>
          <a:prstGeom prst="rect">
            <a:avLst/>
          </a:prstGeom>
        </p:spPr>
      </p:pic>
      <p:pic>
        <p:nvPicPr>
          <p:cNvPr id="5" name="Picture 4">
            <a:extLst>
              <a:ext uri="{FF2B5EF4-FFF2-40B4-BE49-F238E27FC236}">
                <a16:creationId xmlns:a16="http://schemas.microsoft.com/office/drawing/2014/main" id="{CE688A9A-0C3B-4394-A8FE-3A98C5EC49BA}"/>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1921331" y="762912"/>
            <a:ext cx="914188" cy="914188"/>
          </a:xfrm>
          <a:prstGeom prst="rect">
            <a:avLst/>
          </a:prstGeom>
        </p:spPr>
      </p:pic>
      <p:sp>
        <p:nvSpPr>
          <p:cNvPr id="4" name="Title 3">
            <a:extLst>
              <a:ext uri="{FF2B5EF4-FFF2-40B4-BE49-F238E27FC236}">
                <a16:creationId xmlns:a16="http://schemas.microsoft.com/office/drawing/2014/main" id="{18BC9774-E9CF-C64C-9758-278EFF8F22FE}"/>
              </a:ext>
            </a:extLst>
          </p:cNvPr>
          <p:cNvSpPr>
            <a:spLocks noGrp="1"/>
          </p:cNvSpPr>
          <p:nvPr>
            <p:ph type="title"/>
          </p:nvPr>
        </p:nvSpPr>
        <p:spPr>
          <a:xfrm>
            <a:off x="2320211" y="1393854"/>
            <a:ext cx="7551577" cy="3022238"/>
          </a:xfrm>
        </p:spPr>
        <p:txBody>
          <a:bodyPr/>
          <a:lstStyle/>
          <a:p>
            <a:r>
              <a:rPr lang="en-US" dirty="0">
                <a:latin typeface="Graphik Black" panose="020B0A03030202060203" pitchFamily="34" charset="0"/>
              </a:rPr>
              <a:t>How do you explain that?</a:t>
            </a:r>
            <a:br>
              <a:rPr lang="en-US" dirty="0">
                <a:latin typeface="Graphik Black" panose="020B0A03030202060203" pitchFamily="34" charset="0"/>
              </a:rPr>
            </a:br>
            <a:r>
              <a:rPr lang="en-US" sz="1800" dirty="0">
                <a:latin typeface="Graphik Black" panose="020B0A03030202060203" pitchFamily="34" charset="0"/>
              </a:rPr>
              <a:t> </a:t>
            </a:r>
            <a:r>
              <a:rPr lang="en-US" sz="4400" dirty="0">
                <a:latin typeface="Graphik Black" panose="020B0A03030202060203" pitchFamily="34" charset="0"/>
              </a:rPr>
              <a:t> </a:t>
            </a:r>
            <a:br>
              <a:rPr lang="en-US" dirty="0">
                <a:latin typeface="Graphik Black" panose="020B0A03030202060203" pitchFamily="34" charset="0"/>
              </a:rPr>
            </a:br>
            <a:r>
              <a:rPr lang="en-US" sz="4000" dirty="0">
                <a:latin typeface="Graphik Black" panose="020B0A03030202060203" pitchFamily="34" charset="0"/>
              </a:rPr>
              <a:t>An assessment of black box model explainers</a:t>
            </a:r>
            <a:endParaRPr lang="en-US" dirty="0">
              <a:latin typeface="Graphik Black" panose="020B0A03030202060203" pitchFamily="34" charset="0"/>
            </a:endParaRPr>
          </a:p>
        </p:txBody>
      </p:sp>
      <p:sp>
        <p:nvSpPr>
          <p:cNvPr id="3" name="Slide Number Placeholder 2">
            <a:extLst>
              <a:ext uri="{FF2B5EF4-FFF2-40B4-BE49-F238E27FC236}">
                <a16:creationId xmlns:a16="http://schemas.microsoft.com/office/drawing/2014/main" id="{591DDC94-5CA8-AE42-B32F-57406218E070}"/>
              </a:ext>
            </a:extLst>
          </p:cNvPr>
          <p:cNvSpPr>
            <a:spLocks noGrp="1"/>
          </p:cNvSpPr>
          <p:nvPr>
            <p:ph type="sldNum" sz="quarter" idx="11"/>
          </p:nvPr>
        </p:nvSpPr>
        <p:spPr/>
        <p:txBody>
          <a:bodyPr/>
          <a:lstStyle/>
          <a:p>
            <a:fld id="{90CBDC3A-D49F-4631-A8C7-55D59B33E5FA}" type="slidenum">
              <a:rPr lang="en-US" smtClean="0"/>
              <a:pPr/>
              <a:t>3</a:t>
            </a:fld>
            <a:endParaRPr lang="en-US" dirty="0"/>
          </a:p>
        </p:txBody>
      </p:sp>
      <p:sp>
        <p:nvSpPr>
          <p:cNvPr id="7" name="TextBox 6">
            <a:extLst>
              <a:ext uri="{FF2B5EF4-FFF2-40B4-BE49-F238E27FC236}">
                <a16:creationId xmlns:a16="http://schemas.microsoft.com/office/drawing/2014/main" id="{C921F7FB-DFFE-4115-A001-8B023311CA70}"/>
              </a:ext>
            </a:extLst>
          </p:cNvPr>
          <p:cNvSpPr txBox="1"/>
          <p:nvPr/>
        </p:nvSpPr>
        <p:spPr>
          <a:xfrm>
            <a:off x="428698" y="5763334"/>
            <a:ext cx="5277678" cy="707886"/>
          </a:xfrm>
          <a:prstGeom prst="rect">
            <a:avLst/>
          </a:prstGeom>
          <a:noFill/>
        </p:spPr>
        <p:txBody>
          <a:bodyPr wrap="square" rtlCol="0">
            <a:spAutoFit/>
          </a:bodyPr>
          <a:lstStyle/>
          <a:p>
            <a:r>
              <a:rPr lang="nl-NL" sz="2000" dirty="0">
                <a:latin typeface="+mj-lt"/>
              </a:rPr>
              <a:t>Author	Marnix Maas</a:t>
            </a:r>
          </a:p>
          <a:p>
            <a:r>
              <a:rPr lang="nl-NL" sz="2000" dirty="0">
                <a:latin typeface="+mj-lt"/>
              </a:rPr>
              <a:t>Date 	6th March 2020</a:t>
            </a:r>
          </a:p>
        </p:txBody>
      </p:sp>
      <p:pic>
        <p:nvPicPr>
          <p:cNvPr id="9" name="Picture 8">
            <a:extLst>
              <a:ext uri="{FF2B5EF4-FFF2-40B4-BE49-F238E27FC236}">
                <a16:creationId xmlns:a16="http://schemas.microsoft.com/office/drawing/2014/main" id="{D6BE6C87-6633-4F32-9B0C-09D47A2916E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225846" y="5557468"/>
            <a:ext cx="961059" cy="961059"/>
          </a:xfrm>
          <a:prstGeom prst="rect">
            <a:avLst/>
          </a:prstGeom>
        </p:spPr>
      </p:pic>
      <p:pic>
        <p:nvPicPr>
          <p:cNvPr id="13" name="Picture 12">
            <a:extLst>
              <a:ext uri="{FF2B5EF4-FFF2-40B4-BE49-F238E27FC236}">
                <a16:creationId xmlns:a16="http://schemas.microsoft.com/office/drawing/2014/main" id="{3DC22F6F-64FE-424B-B536-C1ECC2D0340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436689" y="4939629"/>
            <a:ext cx="2643341" cy="764091"/>
          </a:xfrm>
          <a:prstGeom prst="rect">
            <a:avLst/>
          </a:prstGeom>
        </p:spPr>
      </p:pic>
    </p:spTree>
    <p:extLst>
      <p:ext uri="{BB962C8B-B14F-4D97-AF65-F5344CB8AC3E}">
        <p14:creationId xmlns:p14="http://schemas.microsoft.com/office/powerpoint/2010/main" val="139543606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D93A"/>
        </a:solidFill>
        <a:effectLst/>
      </p:bgPr>
    </p:bg>
    <p:spTree>
      <p:nvGrpSpPr>
        <p:cNvPr id="1" name=""/>
        <p:cNvGrpSpPr/>
        <p:nvPr/>
      </p:nvGrpSpPr>
      <p:grpSpPr>
        <a:xfrm>
          <a:off x="0" y="0"/>
          <a:ext cx="0" cy="0"/>
          <a:chOff x="0" y="0"/>
          <a:chExt cx="0" cy="0"/>
        </a:xfrm>
      </p:grpSpPr>
      <p:sp>
        <p:nvSpPr>
          <p:cNvPr id="2" name="Text Placeholder 22">
            <a:extLst>
              <a:ext uri="{FF2B5EF4-FFF2-40B4-BE49-F238E27FC236}">
                <a16:creationId xmlns:a16="http://schemas.microsoft.com/office/drawing/2014/main" id="{4A8B7C58-B337-CB40-A3E4-673AC778FDAB}"/>
              </a:ext>
            </a:extLst>
          </p:cNvPr>
          <p:cNvSpPr txBox="1">
            <a:spLocks/>
          </p:cNvSpPr>
          <p:nvPr/>
        </p:nvSpPr>
        <p:spPr>
          <a:xfrm>
            <a:off x="6429128" y="1877849"/>
            <a:ext cx="2302930" cy="601523"/>
          </a:xfrm>
          <a:prstGeom prst="rect">
            <a:avLst/>
          </a:prstGeom>
        </p:spPr>
        <p:txBody>
          <a:bodyPr vert="horz" lIns="0" tIns="0" rIns="0" bIns="0" rtlCol="0">
            <a:noAutofit/>
          </a:bodyPr>
          <a:lstStyle>
            <a:lvl1pPr marL="0" indent="0" algn="l" rtl="0" eaLnBrk="1" fontAlgn="base" hangingPunct="1">
              <a:lnSpc>
                <a:spcPct val="110000"/>
              </a:lnSpc>
              <a:spcBef>
                <a:spcPts val="1200"/>
              </a:spcBef>
              <a:spcAft>
                <a:spcPct val="0"/>
              </a:spcAft>
              <a:buFont typeface="Arial" pitchFamily="34" charset="0"/>
              <a:buNone/>
              <a:defRPr lang="en-US" sz="1600" b="0" i="0" kern="1200" dirty="0">
                <a:solidFill>
                  <a:schemeClr val="bg1"/>
                </a:solidFill>
                <a:latin typeface="Graphik Regular" panose="020B0503030202060203" pitchFamily="34" charset="77"/>
                <a:ea typeface="Roboto" panose="02000000000000000000" pitchFamily="2" charset="0"/>
                <a:cs typeface="Arial" panose="020B0604020202020204" pitchFamily="34" charset="0"/>
              </a:defRPr>
            </a:lvl1pPr>
            <a:lvl2pPr marL="216000" indent="-216000" algn="l" rtl="0" eaLnBrk="1" fontAlgn="base" hangingPunct="1">
              <a:lnSpc>
                <a:spcPct val="110000"/>
              </a:lnSpc>
              <a:spcBef>
                <a:spcPts val="800"/>
              </a:spcBef>
              <a:spcAft>
                <a:spcPct val="0"/>
              </a:spcAft>
              <a:buFont typeface="Arial" pitchFamily="34" charset="0"/>
              <a:buChar char="•"/>
              <a:defRPr sz="1800" b="0" i="0" kern="1200">
                <a:solidFill>
                  <a:schemeClr val="tx1"/>
                </a:solidFill>
                <a:latin typeface="Graphik Regular" panose="020B0503030202060203" pitchFamily="34" charset="77"/>
                <a:ea typeface="Roboto" panose="02000000000000000000" pitchFamily="2" charset="0"/>
                <a:cs typeface="Arial" panose="020B0604020202020204" pitchFamily="34" charset="0"/>
              </a:defRPr>
            </a:lvl2pPr>
            <a:lvl3pPr marL="432000" indent="-216000" algn="l" rtl="0" eaLnBrk="1" fontAlgn="base" hangingPunct="1">
              <a:lnSpc>
                <a:spcPct val="110000"/>
              </a:lnSpc>
              <a:spcBef>
                <a:spcPts val="800"/>
              </a:spcBef>
              <a:spcAft>
                <a:spcPct val="0"/>
              </a:spcAft>
              <a:buFont typeface="Arial" pitchFamily="34" charset="0"/>
              <a:buChar char="‒"/>
              <a:tabLst/>
              <a:defRPr sz="1800" b="0" i="0" kern="1200">
                <a:solidFill>
                  <a:schemeClr val="tx1"/>
                </a:solidFill>
                <a:latin typeface="Graphik Regular" panose="020B0503030202060203" pitchFamily="34" charset="77"/>
                <a:ea typeface="Roboto" panose="02000000000000000000" pitchFamily="2" charset="0"/>
                <a:cs typeface="Arial" panose="020B0604020202020204" pitchFamily="34" charset="0"/>
              </a:defRPr>
            </a:lvl3pPr>
            <a:lvl4pPr marL="612000" indent="-216000" algn="l" rtl="0" eaLnBrk="1" fontAlgn="base" hangingPunct="1">
              <a:lnSpc>
                <a:spcPct val="110000"/>
              </a:lnSpc>
              <a:spcBef>
                <a:spcPts val="800"/>
              </a:spcBef>
              <a:spcAft>
                <a:spcPct val="0"/>
              </a:spcAft>
              <a:buFont typeface="Arial" pitchFamily="34" charset="0"/>
              <a:buChar char="•"/>
              <a:defRPr sz="1800" b="0" i="0" kern="1200">
                <a:solidFill>
                  <a:schemeClr val="tx1"/>
                </a:solidFill>
                <a:latin typeface="Graphik Regular" panose="020B0503030202060203" pitchFamily="34" charset="77"/>
                <a:ea typeface="Roboto" panose="02000000000000000000" pitchFamily="2" charset="0"/>
                <a:cs typeface="Arial" panose="020B0604020202020204" pitchFamily="34" charset="0"/>
              </a:defRPr>
            </a:lvl4pPr>
            <a:lvl5pPr marL="864000" indent="-216000" algn="l" rtl="0" eaLnBrk="1" fontAlgn="base" hangingPunct="1">
              <a:lnSpc>
                <a:spcPct val="110000"/>
              </a:lnSpc>
              <a:spcBef>
                <a:spcPts val="800"/>
              </a:spcBef>
              <a:spcAft>
                <a:spcPct val="0"/>
              </a:spcAft>
              <a:buFont typeface="Arial" pitchFamily="34" charset="0"/>
              <a:buChar char="‒"/>
              <a:defRPr sz="1800" b="0" i="0" kern="1200">
                <a:solidFill>
                  <a:schemeClr val="tx1"/>
                </a:solidFill>
                <a:latin typeface="Graphik Regular" panose="020B0503030202060203" pitchFamily="34" charset="77"/>
                <a:ea typeface="Roboto" panose="02000000000000000000" pitchFamily="2" charset="0"/>
                <a:cs typeface="Arial" panose="020B0604020202020204" pitchFamily="34" charset="0"/>
              </a:defRPr>
            </a:lvl5pPr>
            <a:lvl6pPr marL="3351933" indent="-304723" algn="l" defTabSz="1218885" rtl="0" eaLnBrk="1" latinLnBrk="0" hangingPunct="1">
              <a:spcBef>
                <a:spcPct val="20000"/>
              </a:spcBef>
              <a:buFont typeface="Arial" pitchFamily="34" charset="0"/>
              <a:buChar char="•"/>
              <a:defRPr sz="2700" kern="1200">
                <a:solidFill>
                  <a:schemeClr val="tx1"/>
                </a:solidFill>
                <a:latin typeface="+mn-lt"/>
                <a:ea typeface="+mn-ea"/>
                <a:cs typeface="+mn-cs"/>
              </a:defRPr>
            </a:lvl6pPr>
            <a:lvl7pPr marL="3961376" indent="-304723" algn="l" defTabSz="1218885" rtl="0" eaLnBrk="1" latinLnBrk="0" hangingPunct="1">
              <a:spcBef>
                <a:spcPct val="20000"/>
              </a:spcBef>
              <a:buFont typeface="Arial" pitchFamily="34" charset="0"/>
              <a:buChar char="•"/>
              <a:defRPr sz="2700" kern="1200">
                <a:solidFill>
                  <a:schemeClr val="tx1"/>
                </a:solidFill>
                <a:latin typeface="+mn-lt"/>
                <a:ea typeface="+mn-ea"/>
                <a:cs typeface="+mn-cs"/>
              </a:defRPr>
            </a:lvl7pPr>
            <a:lvl8pPr marL="4570819" indent="-304723" algn="l" defTabSz="1218885" rtl="0" eaLnBrk="1" latinLnBrk="0" hangingPunct="1">
              <a:spcBef>
                <a:spcPct val="20000"/>
              </a:spcBef>
              <a:buFont typeface="Arial" pitchFamily="34" charset="0"/>
              <a:buChar char="•"/>
              <a:defRPr sz="2700" kern="1200">
                <a:solidFill>
                  <a:schemeClr val="tx1"/>
                </a:solidFill>
                <a:latin typeface="+mn-lt"/>
                <a:ea typeface="+mn-ea"/>
                <a:cs typeface="+mn-cs"/>
              </a:defRPr>
            </a:lvl8pPr>
            <a:lvl9pPr marL="5180261" indent="-304723" algn="l" defTabSz="1218885" rtl="0" eaLnBrk="1" latinLnBrk="0" hangingPunct="1">
              <a:spcBef>
                <a:spcPct val="20000"/>
              </a:spcBef>
              <a:buFont typeface="Arial" pitchFamily="34" charset="0"/>
              <a:buChar char="•"/>
              <a:defRPr sz="2700" kern="1200">
                <a:solidFill>
                  <a:schemeClr val="tx1"/>
                </a:solidFill>
                <a:latin typeface="+mn-lt"/>
                <a:ea typeface="+mn-ea"/>
                <a:cs typeface="+mn-cs"/>
              </a:defRPr>
            </a:lvl9pPr>
          </a:lstStyle>
          <a:p>
            <a:pPr>
              <a:lnSpc>
                <a:spcPct val="90000"/>
              </a:lnSpc>
            </a:pPr>
            <a:r>
              <a:rPr lang="en-US" dirty="0">
                <a:solidFill>
                  <a:schemeClr val="tx1"/>
                </a:solidFill>
              </a:rPr>
              <a:t>Introduction</a:t>
            </a:r>
          </a:p>
          <a:p>
            <a:pPr>
              <a:lnSpc>
                <a:spcPct val="90000"/>
              </a:lnSpc>
            </a:pPr>
            <a:endParaRPr lang="en-US" dirty="0">
              <a:solidFill>
                <a:schemeClr val="tx1"/>
              </a:solidFill>
            </a:endParaRPr>
          </a:p>
        </p:txBody>
      </p:sp>
      <p:sp>
        <p:nvSpPr>
          <p:cNvPr id="3" name="Text Placeholder 23">
            <a:extLst>
              <a:ext uri="{FF2B5EF4-FFF2-40B4-BE49-F238E27FC236}">
                <a16:creationId xmlns:a16="http://schemas.microsoft.com/office/drawing/2014/main" id="{ECBCD90C-7A87-1543-B33F-85190C5AFDE3}"/>
              </a:ext>
            </a:extLst>
          </p:cNvPr>
          <p:cNvSpPr txBox="1">
            <a:spLocks/>
          </p:cNvSpPr>
          <p:nvPr/>
        </p:nvSpPr>
        <p:spPr>
          <a:xfrm>
            <a:off x="9050870" y="1877849"/>
            <a:ext cx="2302930" cy="601523"/>
          </a:xfrm>
          <a:prstGeom prst="rect">
            <a:avLst/>
          </a:prstGeom>
        </p:spPr>
        <p:txBody>
          <a:bodyPr vert="horz" lIns="0" tIns="0" rIns="0" bIns="0" rtlCol="0">
            <a:noAutofit/>
          </a:bodyPr>
          <a:lstStyle>
            <a:lvl1pPr marL="0" indent="0" algn="l" rtl="0" eaLnBrk="1" fontAlgn="base" hangingPunct="1">
              <a:lnSpc>
                <a:spcPct val="110000"/>
              </a:lnSpc>
              <a:spcBef>
                <a:spcPts val="1200"/>
              </a:spcBef>
              <a:spcAft>
                <a:spcPct val="0"/>
              </a:spcAft>
              <a:buFont typeface="Arial" pitchFamily="34" charset="0"/>
              <a:buNone/>
              <a:defRPr lang="en-US" sz="1600" b="0" i="0" kern="1200" dirty="0">
                <a:solidFill>
                  <a:schemeClr val="bg1"/>
                </a:solidFill>
                <a:latin typeface="Graphik Regular" panose="020B0503030202060203" pitchFamily="34" charset="77"/>
                <a:ea typeface="Roboto" panose="02000000000000000000" pitchFamily="2" charset="0"/>
                <a:cs typeface="Arial" panose="020B0604020202020204" pitchFamily="34" charset="0"/>
              </a:defRPr>
            </a:lvl1pPr>
            <a:lvl2pPr marL="216000" indent="-216000" algn="l" rtl="0" eaLnBrk="1" fontAlgn="base" hangingPunct="1">
              <a:lnSpc>
                <a:spcPct val="110000"/>
              </a:lnSpc>
              <a:spcBef>
                <a:spcPts val="800"/>
              </a:spcBef>
              <a:spcAft>
                <a:spcPct val="0"/>
              </a:spcAft>
              <a:buFont typeface="Arial" pitchFamily="34" charset="0"/>
              <a:buChar char="•"/>
              <a:defRPr sz="1800" b="0" i="0" kern="1200">
                <a:solidFill>
                  <a:schemeClr val="tx1"/>
                </a:solidFill>
                <a:latin typeface="Graphik Regular" panose="020B0503030202060203" pitchFamily="34" charset="77"/>
                <a:ea typeface="Roboto" panose="02000000000000000000" pitchFamily="2" charset="0"/>
                <a:cs typeface="Arial" panose="020B0604020202020204" pitchFamily="34" charset="0"/>
              </a:defRPr>
            </a:lvl2pPr>
            <a:lvl3pPr marL="432000" indent="-216000" algn="l" rtl="0" eaLnBrk="1" fontAlgn="base" hangingPunct="1">
              <a:lnSpc>
                <a:spcPct val="110000"/>
              </a:lnSpc>
              <a:spcBef>
                <a:spcPts val="800"/>
              </a:spcBef>
              <a:spcAft>
                <a:spcPct val="0"/>
              </a:spcAft>
              <a:buFont typeface="Arial" pitchFamily="34" charset="0"/>
              <a:buChar char="‒"/>
              <a:tabLst/>
              <a:defRPr sz="1800" b="0" i="0" kern="1200">
                <a:solidFill>
                  <a:schemeClr val="tx1"/>
                </a:solidFill>
                <a:latin typeface="Graphik Regular" panose="020B0503030202060203" pitchFamily="34" charset="77"/>
                <a:ea typeface="Roboto" panose="02000000000000000000" pitchFamily="2" charset="0"/>
                <a:cs typeface="Arial" panose="020B0604020202020204" pitchFamily="34" charset="0"/>
              </a:defRPr>
            </a:lvl3pPr>
            <a:lvl4pPr marL="612000" indent="-216000" algn="l" rtl="0" eaLnBrk="1" fontAlgn="base" hangingPunct="1">
              <a:lnSpc>
                <a:spcPct val="110000"/>
              </a:lnSpc>
              <a:spcBef>
                <a:spcPts val="800"/>
              </a:spcBef>
              <a:spcAft>
                <a:spcPct val="0"/>
              </a:spcAft>
              <a:buFont typeface="Arial" pitchFamily="34" charset="0"/>
              <a:buChar char="•"/>
              <a:defRPr sz="1800" b="0" i="0" kern="1200">
                <a:solidFill>
                  <a:schemeClr val="tx1"/>
                </a:solidFill>
                <a:latin typeface="Graphik Regular" panose="020B0503030202060203" pitchFamily="34" charset="77"/>
                <a:ea typeface="Roboto" panose="02000000000000000000" pitchFamily="2" charset="0"/>
                <a:cs typeface="Arial" panose="020B0604020202020204" pitchFamily="34" charset="0"/>
              </a:defRPr>
            </a:lvl4pPr>
            <a:lvl5pPr marL="864000" indent="-216000" algn="l" rtl="0" eaLnBrk="1" fontAlgn="base" hangingPunct="1">
              <a:lnSpc>
                <a:spcPct val="110000"/>
              </a:lnSpc>
              <a:spcBef>
                <a:spcPts val="800"/>
              </a:spcBef>
              <a:spcAft>
                <a:spcPct val="0"/>
              </a:spcAft>
              <a:buFont typeface="Arial" pitchFamily="34" charset="0"/>
              <a:buChar char="‒"/>
              <a:defRPr sz="1800" b="0" i="0" kern="1200">
                <a:solidFill>
                  <a:schemeClr val="tx1"/>
                </a:solidFill>
                <a:latin typeface="Graphik Regular" panose="020B0503030202060203" pitchFamily="34" charset="77"/>
                <a:ea typeface="Roboto" panose="02000000000000000000" pitchFamily="2" charset="0"/>
                <a:cs typeface="Arial" panose="020B0604020202020204" pitchFamily="34" charset="0"/>
              </a:defRPr>
            </a:lvl5pPr>
            <a:lvl6pPr marL="3351933" indent="-304723" algn="l" defTabSz="1218885" rtl="0" eaLnBrk="1" latinLnBrk="0" hangingPunct="1">
              <a:spcBef>
                <a:spcPct val="20000"/>
              </a:spcBef>
              <a:buFont typeface="Arial" pitchFamily="34" charset="0"/>
              <a:buChar char="•"/>
              <a:defRPr sz="2700" kern="1200">
                <a:solidFill>
                  <a:schemeClr val="tx1"/>
                </a:solidFill>
                <a:latin typeface="+mn-lt"/>
                <a:ea typeface="+mn-ea"/>
                <a:cs typeface="+mn-cs"/>
              </a:defRPr>
            </a:lvl6pPr>
            <a:lvl7pPr marL="3961376" indent="-304723" algn="l" defTabSz="1218885" rtl="0" eaLnBrk="1" latinLnBrk="0" hangingPunct="1">
              <a:spcBef>
                <a:spcPct val="20000"/>
              </a:spcBef>
              <a:buFont typeface="Arial" pitchFamily="34" charset="0"/>
              <a:buChar char="•"/>
              <a:defRPr sz="2700" kern="1200">
                <a:solidFill>
                  <a:schemeClr val="tx1"/>
                </a:solidFill>
                <a:latin typeface="+mn-lt"/>
                <a:ea typeface="+mn-ea"/>
                <a:cs typeface="+mn-cs"/>
              </a:defRPr>
            </a:lvl7pPr>
            <a:lvl8pPr marL="4570819" indent="-304723" algn="l" defTabSz="1218885" rtl="0" eaLnBrk="1" latinLnBrk="0" hangingPunct="1">
              <a:spcBef>
                <a:spcPct val="20000"/>
              </a:spcBef>
              <a:buFont typeface="Arial" pitchFamily="34" charset="0"/>
              <a:buChar char="•"/>
              <a:defRPr sz="2700" kern="1200">
                <a:solidFill>
                  <a:schemeClr val="tx1"/>
                </a:solidFill>
                <a:latin typeface="+mn-lt"/>
                <a:ea typeface="+mn-ea"/>
                <a:cs typeface="+mn-cs"/>
              </a:defRPr>
            </a:lvl8pPr>
            <a:lvl9pPr marL="5180261" indent="-304723" algn="l" defTabSz="1218885" rtl="0" eaLnBrk="1" latinLnBrk="0" hangingPunct="1">
              <a:spcBef>
                <a:spcPct val="20000"/>
              </a:spcBef>
              <a:buFont typeface="Arial" pitchFamily="34" charset="0"/>
              <a:buChar char="•"/>
              <a:defRPr sz="2700" kern="1200">
                <a:solidFill>
                  <a:schemeClr val="tx1"/>
                </a:solidFill>
                <a:latin typeface="+mn-lt"/>
                <a:ea typeface="+mn-ea"/>
                <a:cs typeface="+mn-cs"/>
              </a:defRPr>
            </a:lvl9pPr>
          </a:lstStyle>
          <a:p>
            <a:pPr>
              <a:lnSpc>
                <a:spcPct val="90000"/>
              </a:lnSpc>
            </a:pPr>
            <a:r>
              <a:rPr lang="en-US" dirty="0">
                <a:solidFill>
                  <a:schemeClr val="tx1"/>
                </a:solidFill>
              </a:rPr>
              <a:t>Methods</a:t>
            </a:r>
          </a:p>
        </p:txBody>
      </p:sp>
      <p:sp>
        <p:nvSpPr>
          <p:cNvPr id="5" name="Text Placeholder 25">
            <a:extLst>
              <a:ext uri="{FF2B5EF4-FFF2-40B4-BE49-F238E27FC236}">
                <a16:creationId xmlns:a16="http://schemas.microsoft.com/office/drawing/2014/main" id="{96CCD06E-C018-1A4F-A3A5-C5634F774C21}"/>
              </a:ext>
            </a:extLst>
          </p:cNvPr>
          <p:cNvSpPr txBox="1">
            <a:spLocks/>
          </p:cNvSpPr>
          <p:nvPr/>
        </p:nvSpPr>
        <p:spPr>
          <a:xfrm>
            <a:off x="6429128" y="3795952"/>
            <a:ext cx="2302930" cy="601523"/>
          </a:xfrm>
          <a:prstGeom prst="rect">
            <a:avLst/>
          </a:prstGeom>
        </p:spPr>
        <p:txBody>
          <a:bodyPr vert="horz" lIns="0" tIns="0" rIns="0" bIns="0" rtlCol="0">
            <a:noAutofit/>
          </a:bodyPr>
          <a:lstStyle>
            <a:lvl1pPr marL="0" indent="0" algn="l" rtl="0" eaLnBrk="1" fontAlgn="base" hangingPunct="1">
              <a:lnSpc>
                <a:spcPct val="110000"/>
              </a:lnSpc>
              <a:spcBef>
                <a:spcPts val="1200"/>
              </a:spcBef>
              <a:spcAft>
                <a:spcPct val="0"/>
              </a:spcAft>
              <a:buFont typeface="Arial" pitchFamily="34" charset="0"/>
              <a:buNone/>
              <a:defRPr lang="en-US" sz="1600" b="0" i="0" kern="1200" dirty="0">
                <a:solidFill>
                  <a:schemeClr val="bg1"/>
                </a:solidFill>
                <a:latin typeface="Graphik Regular" panose="020B0503030202060203" pitchFamily="34" charset="77"/>
                <a:ea typeface="Roboto" panose="02000000000000000000" pitchFamily="2" charset="0"/>
                <a:cs typeface="Arial" panose="020B0604020202020204" pitchFamily="34" charset="0"/>
              </a:defRPr>
            </a:lvl1pPr>
            <a:lvl2pPr marL="216000" indent="-216000" algn="l" rtl="0" eaLnBrk="1" fontAlgn="base" hangingPunct="1">
              <a:lnSpc>
                <a:spcPct val="110000"/>
              </a:lnSpc>
              <a:spcBef>
                <a:spcPts val="800"/>
              </a:spcBef>
              <a:spcAft>
                <a:spcPct val="0"/>
              </a:spcAft>
              <a:buFont typeface="Arial" pitchFamily="34" charset="0"/>
              <a:buChar char="•"/>
              <a:defRPr sz="1800" b="0" i="0" kern="1200">
                <a:solidFill>
                  <a:schemeClr val="tx1"/>
                </a:solidFill>
                <a:latin typeface="Graphik Regular" panose="020B0503030202060203" pitchFamily="34" charset="77"/>
                <a:ea typeface="Roboto" panose="02000000000000000000" pitchFamily="2" charset="0"/>
                <a:cs typeface="Arial" panose="020B0604020202020204" pitchFamily="34" charset="0"/>
              </a:defRPr>
            </a:lvl2pPr>
            <a:lvl3pPr marL="432000" indent="-216000" algn="l" rtl="0" eaLnBrk="1" fontAlgn="base" hangingPunct="1">
              <a:lnSpc>
                <a:spcPct val="110000"/>
              </a:lnSpc>
              <a:spcBef>
                <a:spcPts val="800"/>
              </a:spcBef>
              <a:spcAft>
                <a:spcPct val="0"/>
              </a:spcAft>
              <a:buFont typeface="Arial" pitchFamily="34" charset="0"/>
              <a:buChar char="‒"/>
              <a:tabLst/>
              <a:defRPr sz="1800" b="0" i="0" kern="1200">
                <a:solidFill>
                  <a:schemeClr val="tx1"/>
                </a:solidFill>
                <a:latin typeface="Graphik Regular" panose="020B0503030202060203" pitchFamily="34" charset="77"/>
                <a:ea typeface="Roboto" panose="02000000000000000000" pitchFamily="2" charset="0"/>
                <a:cs typeface="Arial" panose="020B0604020202020204" pitchFamily="34" charset="0"/>
              </a:defRPr>
            </a:lvl3pPr>
            <a:lvl4pPr marL="612000" indent="-216000" algn="l" rtl="0" eaLnBrk="1" fontAlgn="base" hangingPunct="1">
              <a:lnSpc>
                <a:spcPct val="110000"/>
              </a:lnSpc>
              <a:spcBef>
                <a:spcPts val="800"/>
              </a:spcBef>
              <a:spcAft>
                <a:spcPct val="0"/>
              </a:spcAft>
              <a:buFont typeface="Arial" pitchFamily="34" charset="0"/>
              <a:buChar char="•"/>
              <a:defRPr sz="1800" b="0" i="0" kern="1200">
                <a:solidFill>
                  <a:schemeClr val="tx1"/>
                </a:solidFill>
                <a:latin typeface="Graphik Regular" panose="020B0503030202060203" pitchFamily="34" charset="77"/>
                <a:ea typeface="Roboto" panose="02000000000000000000" pitchFamily="2" charset="0"/>
                <a:cs typeface="Arial" panose="020B0604020202020204" pitchFamily="34" charset="0"/>
              </a:defRPr>
            </a:lvl4pPr>
            <a:lvl5pPr marL="864000" indent="-216000" algn="l" rtl="0" eaLnBrk="1" fontAlgn="base" hangingPunct="1">
              <a:lnSpc>
                <a:spcPct val="110000"/>
              </a:lnSpc>
              <a:spcBef>
                <a:spcPts val="800"/>
              </a:spcBef>
              <a:spcAft>
                <a:spcPct val="0"/>
              </a:spcAft>
              <a:buFont typeface="Arial" pitchFamily="34" charset="0"/>
              <a:buChar char="‒"/>
              <a:defRPr sz="1800" b="0" i="0" kern="1200">
                <a:solidFill>
                  <a:schemeClr val="tx1"/>
                </a:solidFill>
                <a:latin typeface="Graphik Regular" panose="020B0503030202060203" pitchFamily="34" charset="77"/>
                <a:ea typeface="Roboto" panose="02000000000000000000" pitchFamily="2" charset="0"/>
                <a:cs typeface="Arial" panose="020B0604020202020204" pitchFamily="34" charset="0"/>
              </a:defRPr>
            </a:lvl5pPr>
            <a:lvl6pPr marL="3351933" indent="-304723" algn="l" defTabSz="1218885" rtl="0" eaLnBrk="1" latinLnBrk="0" hangingPunct="1">
              <a:spcBef>
                <a:spcPct val="20000"/>
              </a:spcBef>
              <a:buFont typeface="Arial" pitchFamily="34" charset="0"/>
              <a:buChar char="•"/>
              <a:defRPr sz="2700" kern="1200">
                <a:solidFill>
                  <a:schemeClr val="tx1"/>
                </a:solidFill>
                <a:latin typeface="+mn-lt"/>
                <a:ea typeface="+mn-ea"/>
                <a:cs typeface="+mn-cs"/>
              </a:defRPr>
            </a:lvl6pPr>
            <a:lvl7pPr marL="3961376" indent="-304723" algn="l" defTabSz="1218885" rtl="0" eaLnBrk="1" latinLnBrk="0" hangingPunct="1">
              <a:spcBef>
                <a:spcPct val="20000"/>
              </a:spcBef>
              <a:buFont typeface="Arial" pitchFamily="34" charset="0"/>
              <a:buChar char="•"/>
              <a:defRPr sz="2700" kern="1200">
                <a:solidFill>
                  <a:schemeClr val="tx1"/>
                </a:solidFill>
                <a:latin typeface="+mn-lt"/>
                <a:ea typeface="+mn-ea"/>
                <a:cs typeface="+mn-cs"/>
              </a:defRPr>
            </a:lvl7pPr>
            <a:lvl8pPr marL="4570819" indent="-304723" algn="l" defTabSz="1218885" rtl="0" eaLnBrk="1" latinLnBrk="0" hangingPunct="1">
              <a:spcBef>
                <a:spcPct val="20000"/>
              </a:spcBef>
              <a:buFont typeface="Arial" pitchFamily="34" charset="0"/>
              <a:buChar char="•"/>
              <a:defRPr sz="2700" kern="1200">
                <a:solidFill>
                  <a:schemeClr val="tx1"/>
                </a:solidFill>
                <a:latin typeface="+mn-lt"/>
                <a:ea typeface="+mn-ea"/>
                <a:cs typeface="+mn-cs"/>
              </a:defRPr>
            </a:lvl8pPr>
            <a:lvl9pPr marL="5180261" indent="-304723" algn="l" defTabSz="1218885" rtl="0" eaLnBrk="1" latinLnBrk="0" hangingPunct="1">
              <a:spcBef>
                <a:spcPct val="20000"/>
              </a:spcBef>
              <a:buFont typeface="Arial" pitchFamily="34" charset="0"/>
              <a:buChar char="•"/>
              <a:defRPr sz="2700" kern="1200">
                <a:solidFill>
                  <a:schemeClr val="tx1"/>
                </a:solidFill>
                <a:latin typeface="+mn-lt"/>
                <a:ea typeface="+mn-ea"/>
                <a:cs typeface="+mn-cs"/>
              </a:defRPr>
            </a:lvl9pPr>
          </a:lstStyle>
          <a:p>
            <a:pPr>
              <a:lnSpc>
                <a:spcPct val="90000"/>
              </a:lnSpc>
            </a:pPr>
            <a:r>
              <a:rPr lang="en-US" dirty="0">
                <a:solidFill>
                  <a:schemeClr val="tx1"/>
                </a:solidFill>
              </a:rPr>
              <a:t>Experimental setup</a:t>
            </a:r>
          </a:p>
          <a:p>
            <a:pPr>
              <a:lnSpc>
                <a:spcPct val="90000"/>
              </a:lnSpc>
            </a:pPr>
            <a:endParaRPr lang="en-US" dirty="0">
              <a:solidFill>
                <a:schemeClr val="tx1"/>
              </a:solidFill>
            </a:endParaRPr>
          </a:p>
        </p:txBody>
      </p:sp>
      <p:sp>
        <p:nvSpPr>
          <p:cNvPr id="6" name="Text Placeholder 26">
            <a:extLst>
              <a:ext uri="{FF2B5EF4-FFF2-40B4-BE49-F238E27FC236}">
                <a16:creationId xmlns:a16="http://schemas.microsoft.com/office/drawing/2014/main" id="{0F634F76-387D-9D48-9388-5E0FEF300497}"/>
              </a:ext>
            </a:extLst>
          </p:cNvPr>
          <p:cNvSpPr txBox="1">
            <a:spLocks/>
          </p:cNvSpPr>
          <p:nvPr/>
        </p:nvSpPr>
        <p:spPr>
          <a:xfrm>
            <a:off x="9050870" y="3795952"/>
            <a:ext cx="2302930" cy="601523"/>
          </a:xfrm>
          <a:prstGeom prst="rect">
            <a:avLst/>
          </a:prstGeom>
        </p:spPr>
        <p:txBody>
          <a:bodyPr vert="horz" lIns="0" tIns="0" rIns="0" bIns="0" rtlCol="0">
            <a:noAutofit/>
          </a:bodyPr>
          <a:lstStyle>
            <a:lvl1pPr marL="0" indent="0" algn="l" rtl="0" eaLnBrk="1" fontAlgn="base" hangingPunct="1">
              <a:lnSpc>
                <a:spcPct val="110000"/>
              </a:lnSpc>
              <a:spcBef>
                <a:spcPts val="1200"/>
              </a:spcBef>
              <a:spcAft>
                <a:spcPct val="0"/>
              </a:spcAft>
              <a:buFont typeface="Arial" pitchFamily="34" charset="0"/>
              <a:buNone/>
              <a:defRPr lang="en-US" sz="1600" b="0" i="0" kern="1200" dirty="0">
                <a:solidFill>
                  <a:schemeClr val="bg1"/>
                </a:solidFill>
                <a:latin typeface="Graphik Regular" panose="020B0503030202060203" pitchFamily="34" charset="77"/>
                <a:ea typeface="Roboto" panose="02000000000000000000" pitchFamily="2" charset="0"/>
                <a:cs typeface="Arial" panose="020B0604020202020204" pitchFamily="34" charset="0"/>
              </a:defRPr>
            </a:lvl1pPr>
            <a:lvl2pPr marL="216000" indent="-216000" algn="l" rtl="0" eaLnBrk="1" fontAlgn="base" hangingPunct="1">
              <a:lnSpc>
                <a:spcPct val="110000"/>
              </a:lnSpc>
              <a:spcBef>
                <a:spcPts val="800"/>
              </a:spcBef>
              <a:spcAft>
                <a:spcPct val="0"/>
              </a:spcAft>
              <a:buFont typeface="Arial" pitchFamily="34" charset="0"/>
              <a:buChar char="•"/>
              <a:defRPr sz="1800" b="0" i="0" kern="1200">
                <a:solidFill>
                  <a:schemeClr val="tx1"/>
                </a:solidFill>
                <a:latin typeface="Graphik Regular" panose="020B0503030202060203" pitchFamily="34" charset="77"/>
                <a:ea typeface="Roboto" panose="02000000000000000000" pitchFamily="2" charset="0"/>
                <a:cs typeface="Arial" panose="020B0604020202020204" pitchFamily="34" charset="0"/>
              </a:defRPr>
            </a:lvl2pPr>
            <a:lvl3pPr marL="432000" indent="-216000" algn="l" rtl="0" eaLnBrk="1" fontAlgn="base" hangingPunct="1">
              <a:lnSpc>
                <a:spcPct val="110000"/>
              </a:lnSpc>
              <a:spcBef>
                <a:spcPts val="800"/>
              </a:spcBef>
              <a:spcAft>
                <a:spcPct val="0"/>
              </a:spcAft>
              <a:buFont typeface="Arial" pitchFamily="34" charset="0"/>
              <a:buChar char="‒"/>
              <a:tabLst/>
              <a:defRPr sz="1800" b="0" i="0" kern="1200">
                <a:solidFill>
                  <a:schemeClr val="tx1"/>
                </a:solidFill>
                <a:latin typeface="Graphik Regular" panose="020B0503030202060203" pitchFamily="34" charset="77"/>
                <a:ea typeface="Roboto" panose="02000000000000000000" pitchFamily="2" charset="0"/>
                <a:cs typeface="Arial" panose="020B0604020202020204" pitchFamily="34" charset="0"/>
              </a:defRPr>
            </a:lvl3pPr>
            <a:lvl4pPr marL="612000" indent="-216000" algn="l" rtl="0" eaLnBrk="1" fontAlgn="base" hangingPunct="1">
              <a:lnSpc>
                <a:spcPct val="110000"/>
              </a:lnSpc>
              <a:spcBef>
                <a:spcPts val="800"/>
              </a:spcBef>
              <a:spcAft>
                <a:spcPct val="0"/>
              </a:spcAft>
              <a:buFont typeface="Arial" pitchFamily="34" charset="0"/>
              <a:buChar char="•"/>
              <a:defRPr sz="1800" b="0" i="0" kern="1200">
                <a:solidFill>
                  <a:schemeClr val="tx1"/>
                </a:solidFill>
                <a:latin typeface="Graphik Regular" panose="020B0503030202060203" pitchFamily="34" charset="77"/>
                <a:ea typeface="Roboto" panose="02000000000000000000" pitchFamily="2" charset="0"/>
                <a:cs typeface="Arial" panose="020B0604020202020204" pitchFamily="34" charset="0"/>
              </a:defRPr>
            </a:lvl4pPr>
            <a:lvl5pPr marL="864000" indent="-216000" algn="l" rtl="0" eaLnBrk="1" fontAlgn="base" hangingPunct="1">
              <a:lnSpc>
                <a:spcPct val="110000"/>
              </a:lnSpc>
              <a:spcBef>
                <a:spcPts val="800"/>
              </a:spcBef>
              <a:spcAft>
                <a:spcPct val="0"/>
              </a:spcAft>
              <a:buFont typeface="Arial" pitchFamily="34" charset="0"/>
              <a:buChar char="‒"/>
              <a:defRPr sz="1800" b="0" i="0" kern="1200">
                <a:solidFill>
                  <a:schemeClr val="tx1"/>
                </a:solidFill>
                <a:latin typeface="Graphik Regular" panose="020B0503030202060203" pitchFamily="34" charset="77"/>
                <a:ea typeface="Roboto" panose="02000000000000000000" pitchFamily="2" charset="0"/>
                <a:cs typeface="Arial" panose="020B0604020202020204" pitchFamily="34" charset="0"/>
              </a:defRPr>
            </a:lvl5pPr>
            <a:lvl6pPr marL="3351933" indent="-304723" algn="l" defTabSz="1218885" rtl="0" eaLnBrk="1" latinLnBrk="0" hangingPunct="1">
              <a:spcBef>
                <a:spcPct val="20000"/>
              </a:spcBef>
              <a:buFont typeface="Arial" pitchFamily="34" charset="0"/>
              <a:buChar char="•"/>
              <a:defRPr sz="2700" kern="1200">
                <a:solidFill>
                  <a:schemeClr val="tx1"/>
                </a:solidFill>
                <a:latin typeface="+mn-lt"/>
                <a:ea typeface="+mn-ea"/>
                <a:cs typeface="+mn-cs"/>
              </a:defRPr>
            </a:lvl6pPr>
            <a:lvl7pPr marL="3961376" indent="-304723" algn="l" defTabSz="1218885" rtl="0" eaLnBrk="1" latinLnBrk="0" hangingPunct="1">
              <a:spcBef>
                <a:spcPct val="20000"/>
              </a:spcBef>
              <a:buFont typeface="Arial" pitchFamily="34" charset="0"/>
              <a:buChar char="•"/>
              <a:defRPr sz="2700" kern="1200">
                <a:solidFill>
                  <a:schemeClr val="tx1"/>
                </a:solidFill>
                <a:latin typeface="+mn-lt"/>
                <a:ea typeface="+mn-ea"/>
                <a:cs typeface="+mn-cs"/>
              </a:defRPr>
            </a:lvl7pPr>
            <a:lvl8pPr marL="4570819" indent="-304723" algn="l" defTabSz="1218885" rtl="0" eaLnBrk="1" latinLnBrk="0" hangingPunct="1">
              <a:spcBef>
                <a:spcPct val="20000"/>
              </a:spcBef>
              <a:buFont typeface="Arial" pitchFamily="34" charset="0"/>
              <a:buChar char="•"/>
              <a:defRPr sz="2700" kern="1200">
                <a:solidFill>
                  <a:schemeClr val="tx1"/>
                </a:solidFill>
                <a:latin typeface="+mn-lt"/>
                <a:ea typeface="+mn-ea"/>
                <a:cs typeface="+mn-cs"/>
              </a:defRPr>
            </a:lvl8pPr>
            <a:lvl9pPr marL="5180261" indent="-304723" algn="l" defTabSz="1218885" rtl="0" eaLnBrk="1" latinLnBrk="0" hangingPunct="1">
              <a:spcBef>
                <a:spcPct val="20000"/>
              </a:spcBef>
              <a:buFont typeface="Arial" pitchFamily="34" charset="0"/>
              <a:buChar char="•"/>
              <a:defRPr sz="2700" kern="1200">
                <a:solidFill>
                  <a:schemeClr val="tx1"/>
                </a:solidFill>
                <a:latin typeface="+mn-lt"/>
                <a:ea typeface="+mn-ea"/>
                <a:cs typeface="+mn-cs"/>
              </a:defRPr>
            </a:lvl9pPr>
          </a:lstStyle>
          <a:p>
            <a:pPr>
              <a:lnSpc>
                <a:spcPct val="90000"/>
              </a:lnSpc>
            </a:pPr>
            <a:r>
              <a:rPr lang="en-US" dirty="0">
                <a:solidFill>
                  <a:schemeClr val="tx1"/>
                </a:solidFill>
              </a:rPr>
              <a:t>Results</a:t>
            </a:r>
          </a:p>
          <a:p>
            <a:pPr>
              <a:lnSpc>
                <a:spcPct val="90000"/>
              </a:lnSpc>
            </a:pPr>
            <a:endParaRPr lang="en-US" dirty="0">
              <a:solidFill>
                <a:schemeClr val="tx1"/>
              </a:solidFill>
            </a:endParaRPr>
          </a:p>
        </p:txBody>
      </p:sp>
      <p:sp>
        <p:nvSpPr>
          <p:cNvPr id="8" name="Text Placeholder 28">
            <a:extLst>
              <a:ext uri="{FF2B5EF4-FFF2-40B4-BE49-F238E27FC236}">
                <a16:creationId xmlns:a16="http://schemas.microsoft.com/office/drawing/2014/main" id="{1E5BE115-EDC1-834A-B256-D23AE8D37550}"/>
              </a:ext>
            </a:extLst>
          </p:cNvPr>
          <p:cNvSpPr txBox="1">
            <a:spLocks/>
          </p:cNvSpPr>
          <p:nvPr/>
        </p:nvSpPr>
        <p:spPr>
          <a:xfrm>
            <a:off x="6429128" y="5674263"/>
            <a:ext cx="2302930" cy="601523"/>
          </a:xfrm>
          <a:prstGeom prst="rect">
            <a:avLst/>
          </a:prstGeom>
        </p:spPr>
        <p:txBody>
          <a:bodyPr vert="horz" lIns="0" tIns="0" rIns="0" bIns="0" rtlCol="0">
            <a:noAutofit/>
          </a:bodyPr>
          <a:lstStyle>
            <a:lvl1pPr marL="0" indent="0" algn="l" rtl="0" eaLnBrk="1" fontAlgn="base" hangingPunct="1">
              <a:lnSpc>
                <a:spcPct val="110000"/>
              </a:lnSpc>
              <a:spcBef>
                <a:spcPts val="1200"/>
              </a:spcBef>
              <a:spcAft>
                <a:spcPct val="0"/>
              </a:spcAft>
              <a:buFont typeface="Arial" pitchFamily="34" charset="0"/>
              <a:buNone/>
              <a:defRPr lang="en-US" sz="1600" b="0" i="0" kern="1200" dirty="0">
                <a:solidFill>
                  <a:schemeClr val="bg1"/>
                </a:solidFill>
                <a:latin typeface="Graphik Regular" panose="020B0503030202060203" pitchFamily="34" charset="77"/>
                <a:ea typeface="Roboto" panose="02000000000000000000" pitchFamily="2" charset="0"/>
                <a:cs typeface="Arial" panose="020B0604020202020204" pitchFamily="34" charset="0"/>
              </a:defRPr>
            </a:lvl1pPr>
            <a:lvl2pPr marL="216000" indent="-216000" algn="l" rtl="0" eaLnBrk="1" fontAlgn="base" hangingPunct="1">
              <a:lnSpc>
                <a:spcPct val="110000"/>
              </a:lnSpc>
              <a:spcBef>
                <a:spcPts val="800"/>
              </a:spcBef>
              <a:spcAft>
                <a:spcPct val="0"/>
              </a:spcAft>
              <a:buFont typeface="Arial" pitchFamily="34" charset="0"/>
              <a:buChar char="•"/>
              <a:defRPr sz="1800" b="0" i="0" kern="1200">
                <a:solidFill>
                  <a:schemeClr val="tx1"/>
                </a:solidFill>
                <a:latin typeface="Graphik Regular" panose="020B0503030202060203" pitchFamily="34" charset="77"/>
                <a:ea typeface="Roboto" panose="02000000000000000000" pitchFamily="2" charset="0"/>
                <a:cs typeface="Arial" panose="020B0604020202020204" pitchFamily="34" charset="0"/>
              </a:defRPr>
            </a:lvl2pPr>
            <a:lvl3pPr marL="432000" indent="-216000" algn="l" rtl="0" eaLnBrk="1" fontAlgn="base" hangingPunct="1">
              <a:lnSpc>
                <a:spcPct val="110000"/>
              </a:lnSpc>
              <a:spcBef>
                <a:spcPts val="800"/>
              </a:spcBef>
              <a:spcAft>
                <a:spcPct val="0"/>
              </a:spcAft>
              <a:buFont typeface="Arial" pitchFamily="34" charset="0"/>
              <a:buChar char="‒"/>
              <a:tabLst/>
              <a:defRPr sz="1800" b="0" i="0" kern="1200">
                <a:solidFill>
                  <a:schemeClr val="tx1"/>
                </a:solidFill>
                <a:latin typeface="Graphik Regular" panose="020B0503030202060203" pitchFamily="34" charset="77"/>
                <a:ea typeface="Roboto" panose="02000000000000000000" pitchFamily="2" charset="0"/>
                <a:cs typeface="Arial" panose="020B0604020202020204" pitchFamily="34" charset="0"/>
              </a:defRPr>
            </a:lvl3pPr>
            <a:lvl4pPr marL="612000" indent="-216000" algn="l" rtl="0" eaLnBrk="1" fontAlgn="base" hangingPunct="1">
              <a:lnSpc>
                <a:spcPct val="110000"/>
              </a:lnSpc>
              <a:spcBef>
                <a:spcPts val="800"/>
              </a:spcBef>
              <a:spcAft>
                <a:spcPct val="0"/>
              </a:spcAft>
              <a:buFont typeface="Arial" pitchFamily="34" charset="0"/>
              <a:buChar char="•"/>
              <a:defRPr sz="1800" b="0" i="0" kern="1200">
                <a:solidFill>
                  <a:schemeClr val="tx1"/>
                </a:solidFill>
                <a:latin typeface="Graphik Regular" panose="020B0503030202060203" pitchFamily="34" charset="77"/>
                <a:ea typeface="Roboto" panose="02000000000000000000" pitchFamily="2" charset="0"/>
                <a:cs typeface="Arial" panose="020B0604020202020204" pitchFamily="34" charset="0"/>
              </a:defRPr>
            </a:lvl4pPr>
            <a:lvl5pPr marL="864000" indent="-216000" algn="l" rtl="0" eaLnBrk="1" fontAlgn="base" hangingPunct="1">
              <a:lnSpc>
                <a:spcPct val="110000"/>
              </a:lnSpc>
              <a:spcBef>
                <a:spcPts val="800"/>
              </a:spcBef>
              <a:spcAft>
                <a:spcPct val="0"/>
              </a:spcAft>
              <a:buFont typeface="Arial" pitchFamily="34" charset="0"/>
              <a:buChar char="‒"/>
              <a:defRPr sz="1800" b="0" i="0" kern="1200">
                <a:solidFill>
                  <a:schemeClr val="tx1"/>
                </a:solidFill>
                <a:latin typeface="Graphik Regular" panose="020B0503030202060203" pitchFamily="34" charset="77"/>
                <a:ea typeface="Roboto" panose="02000000000000000000" pitchFamily="2" charset="0"/>
                <a:cs typeface="Arial" panose="020B0604020202020204" pitchFamily="34" charset="0"/>
              </a:defRPr>
            </a:lvl5pPr>
            <a:lvl6pPr marL="3351933" indent="-304723" algn="l" defTabSz="1218885" rtl="0" eaLnBrk="1" latinLnBrk="0" hangingPunct="1">
              <a:spcBef>
                <a:spcPct val="20000"/>
              </a:spcBef>
              <a:buFont typeface="Arial" pitchFamily="34" charset="0"/>
              <a:buChar char="•"/>
              <a:defRPr sz="2700" kern="1200">
                <a:solidFill>
                  <a:schemeClr val="tx1"/>
                </a:solidFill>
                <a:latin typeface="+mn-lt"/>
                <a:ea typeface="+mn-ea"/>
                <a:cs typeface="+mn-cs"/>
              </a:defRPr>
            </a:lvl6pPr>
            <a:lvl7pPr marL="3961376" indent="-304723" algn="l" defTabSz="1218885" rtl="0" eaLnBrk="1" latinLnBrk="0" hangingPunct="1">
              <a:spcBef>
                <a:spcPct val="20000"/>
              </a:spcBef>
              <a:buFont typeface="Arial" pitchFamily="34" charset="0"/>
              <a:buChar char="•"/>
              <a:defRPr sz="2700" kern="1200">
                <a:solidFill>
                  <a:schemeClr val="tx1"/>
                </a:solidFill>
                <a:latin typeface="+mn-lt"/>
                <a:ea typeface="+mn-ea"/>
                <a:cs typeface="+mn-cs"/>
              </a:defRPr>
            </a:lvl7pPr>
            <a:lvl8pPr marL="4570819" indent="-304723" algn="l" defTabSz="1218885" rtl="0" eaLnBrk="1" latinLnBrk="0" hangingPunct="1">
              <a:spcBef>
                <a:spcPct val="20000"/>
              </a:spcBef>
              <a:buFont typeface="Arial" pitchFamily="34" charset="0"/>
              <a:buChar char="•"/>
              <a:defRPr sz="2700" kern="1200">
                <a:solidFill>
                  <a:schemeClr val="tx1"/>
                </a:solidFill>
                <a:latin typeface="+mn-lt"/>
                <a:ea typeface="+mn-ea"/>
                <a:cs typeface="+mn-cs"/>
              </a:defRPr>
            </a:lvl8pPr>
            <a:lvl9pPr marL="5180261" indent="-304723" algn="l" defTabSz="1218885" rtl="0" eaLnBrk="1" latinLnBrk="0" hangingPunct="1">
              <a:spcBef>
                <a:spcPct val="20000"/>
              </a:spcBef>
              <a:buFont typeface="Arial" pitchFamily="34" charset="0"/>
              <a:buChar char="•"/>
              <a:defRPr sz="2700" kern="1200">
                <a:solidFill>
                  <a:schemeClr val="tx1"/>
                </a:solidFill>
                <a:latin typeface="+mn-lt"/>
                <a:ea typeface="+mn-ea"/>
                <a:cs typeface="+mn-cs"/>
              </a:defRPr>
            </a:lvl9pPr>
          </a:lstStyle>
          <a:p>
            <a:pPr>
              <a:lnSpc>
                <a:spcPct val="90000"/>
              </a:lnSpc>
            </a:pPr>
            <a:r>
              <a:rPr lang="en-US" dirty="0">
                <a:solidFill>
                  <a:schemeClr val="tx1"/>
                </a:solidFill>
              </a:rPr>
              <a:t>Conclusion</a:t>
            </a:r>
          </a:p>
          <a:p>
            <a:pPr>
              <a:lnSpc>
                <a:spcPct val="90000"/>
              </a:lnSpc>
            </a:pPr>
            <a:endParaRPr lang="en-US" dirty="0">
              <a:solidFill>
                <a:schemeClr val="tx1"/>
              </a:solidFill>
            </a:endParaRPr>
          </a:p>
        </p:txBody>
      </p:sp>
      <p:sp>
        <p:nvSpPr>
          <p:cNvPr id="9" name="Text Placeholder 29">
            <a:extLst>
              <a:ext uri="{FF2B5EF4-FFF2-40B4-BE49-F238E27FC236}">
                <a16:creationId xmlns:a16="http://schemas.microsoft.com/office/drawing/2014/main" id="{2BB1D85D-20F3-9C4F-897E-9619DF731418}"/>
              </a:ext>
            </a:extLst>
          </p:cNvPr>
          <p:cNvSpPr txBox="1">
            <a:spLocks/>
          </p:cNvSpPr>
          <p:nvPr/>
        </p:nvSpPr>
        <p:spPr>
          <a:xfrm>
            <a:off x="9050870" y="5674263"/>
            <a:ext cx="2302930" cy="601523"/>
          </a:xfrm>
          <a:prstGeom prst="rect">
            <a:avLst/>
          </a:prstGeom>
        </p:spPr>
        <p:txBody>
          <a:bodyPr vert="horz" lIns="0" tIns="0" rIns="0" bIns="0" rtlCol="0">
            <a:noAutofit/>
          </a:bodyPr>
          <a:lstStyle>
            <a:lvl1pPr marL="0" indent="0" algn="l" rtl="0" eaLnBrk="1" fontAlgn="base" hangingPunct="1">
              <a:lnSpc>
                <a:spcPct val="110000"/>
              </a:lnSpc>
              <a:spcBef>
                <a:spcPts val="1200"/>
              </a:spcBef>
              <a:spcAft>
                <a:spcPct val="0"/>
              </a:spcAft>
              <a:buFont typeface="Arial" pitchFamily="34" charset="0"/>
              <a:buNone/>
              <a:defRPr lang="en-US" sz="1600" b="0" i="0" kern="1200" dirty="0">
                <a:solidFill>
                  <a:schemeClr val="bg1"/>
                </a:solidFill>
                <a:latin typeface="Graphik Regular" panose="020B0503030202060203" pitchFamily="34" charset="77"/>
                <a:ea typeface="Roboto" panose="02000000000000000000" pitchFamily="2" charset="0"/>
                <a:cs typeface="Arial" panose="020B0604020202020204" pitchFamily="34" charset="0"/>
              </a:defRPr>
            </a:lvl1pPr>
            <a:lvl2pPr marL="216000" indent="-216000" algn="l" rtl="0" eaLnBrk="1" fontAlgn="base" hangingPunct="1">
              <a:lnSpc>
                <a:spcPct val="110000"/>
              </a:lnSpc>
              <a:spcBef>
                <a:spcPts val="800"/>
              </a:spcBef>
              <a:spcAft>
                <a:spcPct val="0"/>
              </a:spcAft>
              <a:buFont typeface="Arial" pitchFamily="34" charset="0"/>
              <a:buChar char="•"/>
              <a:defRPr sz="1800" b="0" i="0" kern="1200">
                <a:solidFill>
                  <a:schemeClr val="tx1"/>
                </a:solidFill>
                <a:latin typeface="Graphik Regular" panose="020B0503030202060203" pitchFamily="34" charset="77"/>
                <a:ea typeface="Roboto" panose="02000000000000000000" pitchFamily="2" charset="0"/>
                <a:cs typeface="Arial" panose="020B0604020202020204" pitchFamily="34" charset="0"/>
              </a:defRPr>
            </a:lvl2pPr>
            <a:lvl3pPr marL="432000" indent="-216000" algn="l" rtl="0" eaLnBrk="1" fontAlgn="base" hangingPunct="1">
              <a:lnSpc>
                <a:spcPct val="110000"/>
              </a:lnSpc>
              <a:spcBef>
                <a:spcPts val="800"/>
              </a:spcBef>
              <a:spcAft>
                <a:spcPct val="0"/>
              </a:spcAft>
              <a:buFont typeface="Arial" pitchFamily="34" charset="0"/>
              <a:buChar char="‒"/>
              <a:tabLst/>
              <a:defRPr sz="1800" b="0" i="0" kern="1200">
                <a:solidFill>
                  <a:schemeClr val="tx1"/>
                </a:solidFill>
                <a:latin typeface="Graphik Regular" panose="020B0503030202060203" pitchFamily="34" charset="77"/>
                <a:ea typeface="Roboto" panose="02000000000000000000" pitchFamily="2" charset="0"/>
                <a:cs typeface="Arial" panose="020B0604020202020204" pitchFamily="34" charset="0"/>
              </a:defRPr>
            </a:lvl3pPr>
            <a:lvl4pPr marL="612000" indent="-216000" algn="l" rtl="0" eaLnBrk="1" fontAlgn="base" hangingPunct="1">
              <a:lnSpc>
                <a:spcPct val="110000"/>
              </a:lnSpc>
              <a:spcBef>
                <a:spcPts val="800"/>
              </a:spcBef>
              <a:spcAft>
                <a:spcPct val="0"/>
              </a:spcAft>
              <a:buFont typeface="Arial" pitchFamily="34" charset="0"/>
              <a:buChar char="•"/>
              <a:defRPr sz="1800" b="0" i="0" kern="1200">
                <a:solidFill>
                  <a:schemeClr val="tx1"/>
                </a:solidFill>
                <a:latin typeface="Graphik Regular" panose="020B0503030202060203" pitchFamily="34" charset="77"/>
                <a:ea typeface="Roboto" panose="02000000000000000000" pitchFamily="2" charset="0"/>
                <a:cs typeface="Arial" panose="020B0604020202020204" pitchFamily="34" charset="0"/>
              </a:defRPr>
            </a:lvl4pPr>
            <a:lvl5pPr marL="864000" indent="-216000" algn="l" rtl="0" eaLnBrk="1" fontAlgn="base" hangingPunct="1">
              <a:lnSpc>
                <a:spcPct val="110000"/>
              </a:lnSpc>
              <a:spcBef>
                <a:spcPts val="800"/>
              </a:spcBef>
              <a:spcAft>
                <a:spcPct val="0"/>
              </a:spcAft>
              <a:buFont typeface="Arial" pitchFamily="34" charset="0"/>
              <a:buChar char="‒"/>
              <a:defRPr sz="1800" b="0" i="0" kern="1200">
                <a:solidFill>
                  <a:schemeClr val="tx1"/>
                </a:solidFill>
                <a:latin typeface="Graphik Regular" panose="020B0503030202060203" pitchFamily="34" charset="77"/>
                <a:ea typeface="Roboto" panose="02000000000000000000" pitchFamily="2" charset="0"/>
                <a:cs typeface="Arial" panose="020B0604020202020204" pitchFamily="34" charset="0"/>
              </a:defRPr>
            </a:lvl5pPr>
            <a:lvl6pPr marL="3351933" indent="-304723" algn="l" defTabSz="1218885" rtl="0" eaLnBrk="1" latinLnBrk="0" hangingPunct="1">
              <a:spcBef>
                <a:spcPct val="20000"/>
              </a:spcBef>
              <a:buFont typeface="Arial" pitchFamily="34" charset="0"/>
              <a:buChar char="•"/>
              <a:defRPr sz="2700" kern="1200">
                <a:solidFill>
                  <a:schemeClr val="tx1"/>
                </a:solidFill>
                <a:latin typeface="+mn-lt"/>
                <a:ea typeface="+mn-ea"/>
                <a:cs typeface="+mn-cs"/>
              </a:defRPr>
            </a:lvl6pPr>
            <a:lvl7pPr marL="3961376" indent="-304723" algn="l" defTabSz="1218885" rtl="0" eaLnBrk="1" latinLnBrk="0" hangingPunct="1">
              <a:spcBef>
                <a:spcPct val="20000"/>
              </a:spcBef>
              <a:buFont typeface="Arial" pitchFamily="34" charset="0"/>
              <a:buChar char="•"/>
              <a:defRPr sz="2700" kern="1200">
                <a:solidFill>
                  <a:schemeClr val="tx1"/>
                </a:solidFill>
                <a:latin typeface="+mn-lt"/>
                <a:ea typeface="+mn-ea"/>
                <a:cs typeface="+mn-cs"/>
              </a:defRPr>
            </a:lvl7pPr>
            <a:lvl8pPr marL="4570819" indent="-304723" algn="l" defTabSz="1218885" rtl="0" eaLnBrk="1" latinLnBrk="0" hangingPunct="1">
              <a:spcBef>
                <a:spcPct val="20000"/>
              </a:spcBef>
              <a:buFont typeface="Arial" pitchFamily="34" charset="0"/>
              <a:buChar char="•"/>
              <a:defRPr sz="2700" kern="1200">
                <a:solidFill>
                  <a:schemeClr val="tx1"/>
                </a:solidFill>
                <a:latin typeface="+mn-lt"/>
                <a:ea typeface="+mn-ea"/>
                <a:cs typeface="+mn-cs"/>
              </a:defRPr>
            </a:lvl8pPr>
            <a:lvl9pPr marL="5180261" indent="-304723" algn="l" defTabSz="1218885" rtl="0" eaLnBrk="1" latinLnBrk="0" hangingPunct="1">
              <a:spcBef>
                <a:spcPct val="20000"/>
              </a:spcBef>
              <a:buFont typeface="Arial" pitchFamily="34" charset="0"/>
              <a:buChar char="•"/>
              <a:defRPr sz="2700" kern="1200">
                <a:solidFill>
                  <a:schemeClr val="tx1"/>
                </a:solidFill>
                <a:latin typeface="+mn-lt"/>
                <a:ea typeface="+mn-ea"/>
                <a:cs typeface="+mn-cs"/>
              </a:defRPr>
            </a:lvl9pPr>
          </a:lstStyle>
          <a:p>
            <a:pPr>
              <a:lnSpc>
                <a:spcPct val="90000"/>
              </a:lnSpc>
            </a:pPr>
            <a:r>
              <a:rPr lang="en-US" dirty="0">
                <a:solidFill>
                  <a:schemeClr val="tx1"/>
                </a:solidFill>
              </a:rPr>
              <a:t>Discussion</a:t>
            </a:r>
          </a:p>
          <a:p>
            <a:pPr>
              <a:lnSpc>
                <a:spcPct val="90000"/>
              </a:lnSpc>
            </a:pPr>
            <a:endParaRPr lang="en-US" dirty="0">
              <a:solidFill>
                <a:schemeClr val="tx1"/>
              </a:solidFill>
            </a:endParaRPr>
          </a:p>
        </p:txBody>
      </p:sp>
      <p:sp>
        <p:nvSpPr>
          <p:cNvPr id="11" name="Text Placeholder 31">
            <a:extLst>
              <a:ext uri="{FF2B5EF4-FFF2-40B4-BE49-F238E27FC236}">
                <a16:creationId xmlns:a16="http://schemas.microsoft.com/office/drawing/2014/main" id="{6368DED1-FC48-9646-9AE1-98FBDE75636B}"/>
              </a:ext>
            </a:extLst>
          </p:cNvPr>
          <p:cNvSpPr txBox="1">
            <a:spLocks/>
          </p:cNvSpPr>
          <p:nvPr/>
        </p:nvSpPr>
        <p:spPr>
          <a:xfrm>
            <a:off x="9050870" y="961775"/>
            <a:ext cx="1325256" cy="842767"/>
          </a:xfrm>
          <a:prstGeom prst="rect">
            <a:avLst/>
          </a:prstGeom>
        </p:spPr>
        <p:txBody>
          <a:bodyPr vert="horz" lIns="0" tIns="0" rIns="0" bIns="0" rtlCol="0">
            <a:noAutofit/>
          </a:bodyPr>
          <a:lstStyle>
            <a:lvl1pPr marL="0" indent="0" algn="l" rtl="0" eaLnBrk="1" fontAlgn="base" hangingPunct="1">
              <a:lnSpc>
                <a:spcPct val="110000"/>
              </a:lnSpc>
              <a:spcBef>
                <a:spcPts val="1200"/>
              </a:spcBef>
              <a:spcAft>
                <a:spcPct val="0"/>
              </a:spcAft>
              <a:buFont typeface="Arial" pitchFamily="34" charset="0"/>
              <a:buNone/>
              <a:defRPr lang="en-US" sz="5400" b="0" i="0" kern="1200" dirty="0">
                <a:solidFill>
                  <a:schemeClr val="bg1"/>
                </a:solidFill>
                <a:latin typeface="Arial Black" panose="020B0A04020102020204" pitchFamily="34" charset="0"/>
                <a:ea typeface="Roboto" panose="02000000000000000000" pitchFamily="2" charset="0"/>
                <a:cs typeface="Arial" panose="020B0604020202020204" pitchFamily="34" charset="0"/>
              </a:defRPr>
            </a:lvl1pPr>
            <a:lvl2pPr marL="216000" indent="-216000" algn="l" rtl="0" eaLnBrk="1" fontAlgn="base" hangingPunct="1">
              <a:lnSpc>
                <a:spcPct val="110000"/>
              </a:lnSpc>
              <a:spcBef>
                <a:spcPts val="800"/>
              </a:spcBef>
              <a:spcAft>
                <a:spcPct val="0"/>
              </a:spcAft>
              <a:buFont typeface="Arial" pitchFamily="34" charset="0"/>
              <a:buChar char="•"/>
              <a:defRPr sz="1800" b="0" i="0" kern="1200">
                <a:solidFill>
                  <a:schemeClr val="tx1"/>
                </a:solidFill>
                <a:latin typeface="Graphik Regular" panose="020B0503030202060203" pitchFamily="34" charset="77"/>
                <a:ea typeface="Roboto" panose="02000000000000000000" pitchFamily="2" charset="0"/>
                <a:cs typeface="Arial" panose="020B0604020202020204" pitchFamily="34" charset="0"/>
              </a:defRPr>
            </a:lvl2pPr>
            <a:lvl3pPr marL="432000" indent="-216000" algn="l" rtl="0" eaLnBrk="1" fontAlgn="base" hangingPunct="1">
              <a:lnSpc>
                <a:spcPct val="110000"/>
              </a:lnSpc>
              <a:spcBef>
                <a:spcPts val="800"/>
              </a:spcBef>
              <a:spcAft>
                <a:spcPct val="0"/>
              </a:spcAft>
              <a:buFont typeface="Arial" pitchFamily="34" charset="0"/>
              <a:buChar char="‒"/>
              <a:tabLst/>
              <a:defRPr sz="1800" b="0" i="0" kern="1200">
                <a:solidFill>
                  <a:schemeClr val="tx1"/>
                </a:solidFill>
                <a:latin typeface="Graphik Regular" panose="020B0503030202060203" pitchFamily="34" charset="77"/>
                <a:ea typeface="Roboto" panose="02000000000000000000" pitchFamily="2" charset="0"/>
                <a:cs typeface="Arial" panose="020B0604020202020204" pitchFamily="34" charset="0"/>
              </a:defRPr>
            </a:lvl3pPr>
            <a:lvl4pPr marL="612000" indent="-216000" algn="l" rtl="0" eaLnBrk="1" fontAlgn="base" hangingPunct="1">
              <a:lnSpc>
                <a:spcPct val="110000"/>
              </a:lnSpc>
              <a:spcBef>
                <a:spcPts val="800"/>
              </a:spcBef>
              <a:spcAft>
                <a:spcPct val="0"/>
              </a:spcAft>
              <a:buFont typeface="Arial" pitchFamily="34" charset="0"/>
              <a:buChar char="•"/>
              <a:defRPr sz="1800" b="0" i="0" kern="1200">
                <a:solidFill>
                  <a:schemeClr val="tx1"/>
                </a:solidFill>
                <a:latin typeface="Graphik Regular" panose="020B0503030202060203" pitchFamily="34" charset="77"/>
                <a:ea typeface="Roboto" panose="02000000000000000000" pitchFamily="2" charset="0"/>
                <a:cs typeface="Arial" panose="020B0604020202020204" pitchFamily="34" charset="0"/>
              </a:defRPr>
            </a:lvl4pPr>
            <a:lvl5pPr marL="864000" indent="-216000" algn="l" rtl="0" eaLnBrk="1" fontAlgn="base" hangingPunct="1">
              <a:lnSpc>
                <a:spcPct val="110000"/>
              </a:lnSpc>
              <a:spcBef>
                <a:spcPts val="800"/>
              </a:spcBef>
              <a:spcAft>
                <a:spcPct val="0"/>
              </a:spcAft>
              <a:buFont typeface="Arial" pitchFamily="34" charset="0"/>
              <a:buChar char="‒"/>
              <a:defRPr sz="1800" b="0" i="0" kern="1200">
                <a:solidFill>
                  <a:schemeClr val="tx1"/>
                </a:solidFill>
                <a:latin typeface="Graphik Regular" panose="020B0503030202060203" pitchFamily="34" charset="77"/>
                <a:ea typeface="Roboto" panose="02000000000000000000" pitchFamily="2" charset="0"/>
                <a:cs typeface="Arial" panose="020B0604020202020204" pitchFamily="34" charset="0"/>
              </a:defRPr>
            </a:lvl5pPr>
            <a:lvl6pPr marL="3351933" indent="-304723" algn="l" defTabSz="1218885" rtl="0" eaLnBrk="1" latinLnBrk="0" hangingPunct="1">
              <a:spcBef>
                <a:spcPct val="20000"/>
              </a:spcBef>
              <a:buFont typeface="Arial" pitchFamily="34" charset="0"/>
              <a:buChar char="•"/>
              <a:defRPr sz="2700" kern="1200">
                <a:solidFill>
                  <a:schemeClr val="tx1"/>
                </a:solidFill>
                <a:latin typeface="+mn-lt"/>
                <a:ea typeface="+mn-ea"/>
                <a:cs typeface="+mn-cs"/>
              </a:defRPr>
            </a:lvl6pPr>
            <a:lvl7pPr marL="3961376" indent="-304723" algn="l" defTabSz="1218885" rtl="0" eaLnBrk="1" latinLnBrk="0" hangingPunct="1">
              <a:spcBef>
                <a:spcPct val="20000"/>
              </a:spcBef>
              <a:buFont typeface="Arial" pitchFamily="34" charset="0"/>
              <a:buChar char="•"/>
              <a:defRPr sz="2700" kern="1200">
                <a:solidFill>
                  <a:schemeClr val="tx1"/>
                </a:solidFill>
                <a:latin typeface="+mn-lt"/>
                <a:ea typeface="+mn-ea"/>
                <a:cs typeface="+mn-cs"/>
              </a:defRPr>
            </a:lvl7pPr>
            <a:lvl8pPr marL="4570819" indent="-304723" algn="l" defTabSz="1218885" rtl="0" eaLnBrk="1" latinLnBrk="0" hangingPunct="1">
              <a:spcBef>
                <a:spcPct val="20000"/>
              </a:spcBef>
              <a:buFont typeface="Arial" pitchFamily="34" charset="0"/>
              <a:buChar char="•"/>
              <a:defRPr sz="2700" kern="1200">
                <a:solidFill>
                  <a:schemeClr val="tx1"/>
                </a:solidFill>
                <a:latin typeface="+mn-lt"/>
                <a:ea typeface="+mn-ea"/>
                <a:cs typeface="+mn-cs"/>
              </a:defRPr>
            </a:lvl8pPr>
            <a:lvl9pPr marL="5180261" indent="-304723" algn="l" defTabSz="1218885" rtl="0" eaLnBrk="1" latinLnBrk="0" hangingPunct="1">
              <a:spcBef>
                <a:spcPct val="20000"/>
              </a:spcBef>
              <a:buFont typeface="Arial" pitchFamily="34" charset="0"/>
              <a:buChar char="•"/>
              <a:defRPr sz="2700" kern="1200">
                <a:solidFill>
                  <a:schemeClr val="tx1"/>
                </a:solidFill>
                <a:latin typeface="+mn-lt"/>
                <a:ea typeface="+mn-ea"/>
                <a:cs typeface="+mn-cs"/>
              </a:defRPr>
            </a:lvl9pPr>
          </a:lstStyle>
          <a:p>
            <a:r>
              <a:rPr lang="en-US" sz="5399" b="1" dirty="0">
                <a:solidFill>
                  <a:schemeClr val="tx1"/>
                </a:solidFill>
                <a:latin typeface="Graphik Black" panose="020B0503030202060203" pitchFamily="34" charset="77"/>
              </a:rPr>
              <a:t>02</a:t>
            </a:r>
          </a:p>
        </p:txBody>
      </p:sp>
      <p:sp>
        <p:nvSpPr>
          <p:cNvPr id="12" name="Text Placeholder 32">
            <a:extLst>
              <a:ext uri="{FF2B5EF4-FFF2-40B4-BE49-F238E27FC236}">
                <a16:creationId xmlns:a16="http://schemas.microsoft.com/office/drawing/2014/main" id="{050D1E82-1734-A149-A89A-5B47702C2169}"/>
              </a:ext>
            </a:extLst>
          </p:cNvPr>
          <p:cNvSpPr txBox="1">
            <a:spLocks/>
          </p:cNvSpPr>
          <p:nvPr/>
        </p:nvSpPr>
        <p:spPr>
          <a:xfrm>
            <a:off x="6429128" y="961775"/>
            <a:ext cx="1325256" cy="842767"/>
          </a:xfrm>
          <a:prstGeom prst="rect">
            <a:avLst/>
          </a:prstGeom>
        </p:spPr>
        <p:txBody>
          <a:bodyPr vert="horz" lIns="0" tIns="0" rIns="0" bIns="0" rtlCol="0">
            <a:noAutofit/>
          </a:bodyPr>
          <a:lstStyle>
            <a:lvl1pPr marL="0" indent="0" algn="l" rtl="0" eaLnBrk="1" fontAlgn="base" hangingPunct="1">
              <a:lnSpc>
                <a:spcPct val="110000"/>
              </a:lnSpc>
              <a:spcBef>
                <a:spcPts val="1200"/>
              </a:spcBef>
              <a:spcAft>
                <a:spcPct val="0"/>
              </a:spcAft>
              <a:buFont typeface="Arial" pitchFamily="34" charset="0"/>
              <a:buNone/>
              <a:defRPr lang="en-US" sz="5400" b="0" i="0" kern="1200" dirty="0">
                <a:solidFill>
                  <a:schemeClr val="bg1"/>
                </a:solidFill>
                <a:latin typeface="Arial Black" panose="020B0A04020102020204" pitchFamily="34" charset="0"/>
                <a:ea typeface="Roboto" panose="02000000000000000000" pitchFamily="2" charset="0"/>
                <a:cs typeface="Arial" panose="020B0604020202020204" pitchFamily="34" charset="0"/>
              </a:defRPr>
            </a:lvl1pPr>
            <a:lvl2pPr marL="216000" indent="-216000" algn="l" rtl="0" eaLnBrk="1" fontAlgn="base" hangingPunct="1">
              <a:lnSpc>
                <a:spcPct val="110000"/>
              </a:lnSpc>
              <a:spcBef>
                <a:spcPts val="800"/>
              </a:spcBef>
              <a:spcAft>
                <a:spcPct val="0"/>
              </a:spcAft>
              <a:buFont typeface="Arial" pitchFamily="34" charset="0"/>
              <a:buChar char="•"/>
              <a:defRPr sz="1800" b="0" i="0" kern="1200">
                <a:solidFill>
                  <a:schemeClr val="tx1"/>
                </a:solidFill>
                <a:latin typeface="Graphik Regular" panose="020B0503030202060203" pitchFamily="34" charset="77"/>
                <a:ea typeface="Roboto" panose="02000000000000000000" pitchFamily="2" charset="0"/>
                <a:cs typeface="Arial" panose="020B0604020202020204" pitchFamily="34" charset="0"/>
              </a:defRPr>
            </a:lvl2pPr>
            <a:lvl3pPr marL="432000" indent="-216000" algn="l" rtl="0" eaLnBrk="1" fontAlgn="base" hangingPunct="1">
              <a:lnSpc>
                <a:spcPct val="110000"/>
              </a:lnSpc>
              <a:spcBef>
                <a:spcPts val="800"/>
              </a:spcBef>
              <a:spcAft>
                <a:spcPct val="0"/>
              </a:spcAft>
              <a:buFont typeface="Arial" pitchFamily="34" charset="0"/>
              <a:buChar char="‒"/>
              <a:tabLst/>
              <a:defRPr sz="1800" b="0" i="0" kern="1200">
                <a:solidFill>
                  <a:schemeClr val="tx1"/>
                </a:solidFill>
                <a:latin typeface="Graphik Regular" panose="020B0503030202060203" pitchFamily="34" charset="77"/>
                <a:ea typeface="Roboto" panose="02000000000000000000" pitchFamily="2" charset="0"/>
                <a:cs typeface="Arial" panose="020B0604020202020204" pitchFamily="34" charset="0"/>
              </a:defRPr>
            </a:lvl3pPr>
            <a:lvl4pPr marL="612000" indent="-216000" algn="l" rtl="0" eaLnBrk="1" fontAlgn="base" hangingPunct="1">
              <a:lnSpc>
                <a:spcPct val="110000"/>
              </a:lnSpc>
              <a:spcBef>
                <a:spcPts val="800"/>
              </a:spcBef>
              <a:spcAft>
                <a:spcPct val="0"/>
              </a:spcAft>
              <a:buFont typeface="Arial" pitchFamily="34" charset="0"/>
              <a:buChar char="•"/>
              <a:defRPr sz="1800" b="0" i="0" kern="1200">
                <a:solidFill>
                  <a:schemeClr val="tx1"/>
                </a:solidFill>
                <a:latin typeface="Graphik Regular" panose="020B0503030202060203" pitchFamily="34" charset="77"/>
                <a:ea typeface="Roboto" panose="02000000000000000000" pitchFamily="2" charset="0"/>
                <a:cs typeface="Arial" panose="020B0604020202020204" pitchFamily="34" charset="0"/>
              </a:defRPr>
            </a:lvl4pPr>
            <a:lvl5pPr marL="864000" indent="-216000" algn="l" rtl="0" eaLnBrk="1" fontAlgn="base" hangingPunct="1">
              <a:lnSpc>
                <a:spcPct val="110000"/>
              </a:lnSpc>
              <a:spcBef>
                <a:spcPts val="800"/>
              </a:spcBef>
              <a:spcAft>
                <a:spcPct val="0"/>
              </a:spcAft>
              <a:buFont typeface="Arial" pitchFamily="34" charset="0"/>
              <a:buChar char="‒"/>
              <a:defRPr sz="1800" b="0" i="0" kern="1200">
                <a:solidFill>
                  <a:schemeClr val="tx1"/>
                </a:solidFill>
                <a:latin typeface="Graphik Regular" panose="020B0503030202060203" pitchFamily="34" charset="77"/>
                <a:ea typeface="Roboto" panose="02000000000000000000" pitchFamily="2" charset="0"/>
                <a:cs typeface="Arial" panose="020B0604020202020204" pitchFamily="34" charset="0"/>
              </a:defRPr>
            </a:lvl5pPr>
            <a:lvl6pPr marL="3351933" indent="-304723" algn="l" defTabSz="1218885" rtl="0" eaLnBrk="1" latinLnBrk="0" hangingPunct="1">
              <a:spcBef>
                <a:spcPct val="20000"/>
              </a:spcBef>
              <a:buFont typeface="Arial" pitchFamily="34" charset="0"/>
              <a:buChar char="•"/>
              <a:defRPr sz="2700" kern="1200">
                <a:solidFill>
                  <a:schemeClr val="tx1"/>
                </a:solidFill>
                <a:latin typeface="+mn-lt"/>
                <a:ea typeface="+mn-ea"/>
                <a:cs typeface="+mn-cs"/>
              </a:defRPr>
            </a:lvl6pPr>
            <a:lvl7pPr marL="3961376" indent="-304723" algn="l" defTabSz="1218885" rtl="0" eaLnBrk="1" latinLnBrk="0" hangingPunct="1">
              <a:spcBef>
                <a:spcPct val="20000"/>
              </a:spcBef>
              <a:buFont typeface="Arial" pitchFamily="34" charset="0"/>
              <a:buChar char="•"/>
              <a:defRPr sz="2700" kern="1200">
                <a:solidFill>
                  <a:schemeClr val="tx1"/>
                </a:solidFill>
                <a:latin typeface="+mn-lt"/>
                <a:ea typeface="+mn-ea"/>
                <a:cs typeface="+mn-cs"/>
              </a:defRPr>
            </a:lvl7pPr>
            <a:lvl8pPr marL="4570819" indent="-304723" algn="l" defTabSz="1218885" rtl="0" eaLnBrk="1" latinLnBrk="0" hangingPunct="1">
              <a:spcBef>
                <a:spcPct val="20000"/>
              </a:spcBef>
              <a:buFont typeface="Arial" pitchFamily="34" charset="0"/>
              <a:buChar char="•"/>
              <a:defRPr sz="2700" kern="1200">
                <a:solidFill>
                  <a:schemeClr val="tx1"/>
                </a:solidFill>
                <a:latin typeface="+mn-lt"/>
                <a:ea typeface="+mn-ea"/>
                <a:cs typeface="+mn-cs"/>
              </a:defRPr>
            </a:lvl8pPr>
            <a:lvl9pPr marL="5180261" indent="-304723" algn="l" defTabSz="1218885" rtl="0" eaLnBrk="1" latinLnBrk="0" hangingPunct="1">
              <a:spcBef>
                <a:spcPct val="20000"/>
              </a:spcBef>
              <a:buFont typeface="Arial" pitchFamily="34" charset="0"/>
              <a:buChar char="•"/>
              <a:defRPr sz="2700" kern="1200">
                <a:solidFill>
                  <a:schemeClr val="tx1"/>
                </a:solidFill>
                <a:latin typeface="+mn-lt"/>
                <a:ea typeface="+mn-ea"/>
                <a:cs typeface="+mn-cs"/>
              </a:defRPr>
            </a:lvl9pPr>
          </a:lstStyle>
          <a:p>
            <a:r>
              <a:rPr lang="en-US" sz="5399" b="1" dirty="0">
                <a:solidFill>
                  <a:schemeClr val="tx1"/>
                </a:solidFill>
                <a:latin typeface="Graphik Black" panose="020B0503030202060203" pitchFamily="34" charset="77"/>
              </a:rPr>
              <a:t>01</a:t>
            </a:r>
          </a:p>
        </p:txBody>
      </p:sp>
      <p:sp>
        <p:nvSpPr>
          <p:cNvPr id="14" name="Text Placeholder 34">
            <a:extLst>
              <a:ext uri="{FF2B5EF4-FFF2-40B4-BE49-F238E27FC236}">
                <a16:creationId xmlns:a16="http://schemas.microsoft.com/office/drawing/2014/main" id="{603B5128-3558-E141-A343-6EBD1B76A2EC}"/>
              </a:ext>
            </a:extLst>
          </p:cNvPr>
          <p:cNvSpPr txBox="1">
            <a:spLocks/>
          </p:cNvSpPr>
          <p:nvPr/>
        </p:nvSpPr>
        <p:spPr>
          <a:xfrm>
            <a:off x="9050870" y="2900466"/>
            <a:ext cx="1325256" cy="842767"/>
          </a:xfrm>
          <a:prstGeom prst="rect">
            <a:avLst/>
          </a:prstGeom>
        </p:spPr>
        <p:txBody>
          <a:bodyPr vert="horz" lIns="0" tIns="0" rIns="0" bIns="0" rtlCol="0">
            <a:noAutofit/>
          </a:bodyPr>
          <a:lstStyle>
            <a:lvl1pPr marL="0" indent="0" algn="l" rtl="0" eaLnBrk="1" fontAlgn="base" hangingPunct="1">
              <a:lnSpc>
                <a:spcPct val="110000"/>
              </a:lnSpc>
              <a:spcBef>
                <a:spcPts val="1200"/>
              </a:spcBef>
              <a:spcAft>
                <a:spcPct val="0"/>
              </a:spcAft>
              <a:buFont typeface="Arial" pitchFamily="34" charset="0"/>
              <a:buNone/>
              <a:defRPr lang="en-US" sz="5400" b="0" i="0" kern="1200" dirty="0">
                <a:solidFill>
                  <a:schemeClr val="bg1"/>
                </a:solidFill>
                <a:latin typeface="Arial Black" panose="020B0A04020102020204" pitchFamily="34" charset="0"/>
                <a:ea typeface="Roboto" panose="02000000000000000000" pitchFamily="2" charset="0"/>
                <a:cs typeface="Arial" panose="020B0604020202020204" pitchFamily="34" charset="0"/>
              </a:defRPr>
            </a:lvl1pPr>
            <a:lvl2pPr marL="216000" indent="-216000" algn="l" rtl="0" eaLnBrk="1" fontAlgn="base" hangingPunct="1">
              <a:lnSpc>
                <a:spcPct val="110000"/>
              </a:lnSpc>
              <a:spcBef>
                <a:spcPts val="800"/>
              </a:spcBef>
              <a:spcAft>
                <a:spcPct val="0"/>
              </a:spcAft>
              <a:buFont typeface="Arial" pitchFamily="34" charset="0"/>
              <a:buChar char="•"/>
              <a:defRPr sz="1800" b="0" i="0" kern="1200">
                <a:solidFill>
                  <a:schemeClr val="tx1"/>
                </a:solidFill>
                <a:latin typeface="Graphik Regular" panose="020B0503030202060203" pitchFamily="34" charset="77"/>
                <a:ea typeface="Roboto" panose="02000000000000000000" pitchFamily="2" charset="0"/>
                <a:cs typeface="Arial" panose="020B0604020202020204" pitchFamily="34" charset="0"/>
              </a:defRPr>
            </a:lvl2pPr>
            <a:lvl3pPr marL="432000" indent="-216000" algn="l" rtl="0" eaLnBrk="1" fontAlgn="base" hangingPunct="1">
              <a:lnSpc>
                <a:spcPct val="110000"/>
              </a:lnSpc>
              <a:spcBef>
                <a:spcPts val="800"/>
              </a:spcBef>
              <a:spcAft>
                <a:spcPct val="0"/>
              </a:spcAft>
              <a:buFont typeface="Arial" pitchFamily="34" charset="0"/>
              <a:buChar char="‒"/>
              <a:tabLst/>
              <a:defRPr sz="1800" b="0" i="0" kern="1200">
                <a:solidFill>
                  <a:schemeClr val="tx1"/>
                </a:solidFill>
                <a:latin typeface="Graphik Regular" panose="020B0503030202060203" pitchFamily="34" charset="77"/>
                <a:ea typeface="Roboto" panose="02000000000000000000" pitchFamily="2" charset="0"/>
                <a:cs typeface="Arial" panose="020B0604020202020204" pitchFamily="34" charset="0"/>
              </a:defRPr>
            </a:lvl3pPr>
            <a:lvl4pPr marL="612000" indent="-216000" algn="l" rtl="0" eaLnBrk="1" fontAlgn="base" hangingPunct="1">
              <a:lnSpc>
                <a:spcPct val="110000"/>
              </a:lnSpc>
              <a:spcBef>
                <a:spcPts val="800"/>
              </a:spcBef>
              <a:spcAft>
                <a:spcPct val="0"/>
              </a:spcAft>
              <a:buFont typeface="Arial" pitchFamily="34" charset="0"/>
              <a:buChar char="•"/>
              <a:defRPr sz="1800" b="0" i="0" kern="1200">
                <a:solidFill>
                  <a:schemeClr val="tx1"/>
                </a:solidFill>
                <a:latin typeface="Graphik Regular" panose="020B0503030202060203" pitchFamily="34" charset="77"/>
                <a:ea typeface="Roboto" panose="02000000000000000000" pitchFamily="2" charset="0"/>
                <a:cs typeface="Arial" panose="020B0604020202020204" pitchFamily="34" charset="0"/>
              </a:defRPr>
            </a:lvl4pPr>
            <a:lvl5pPr marL="864000" indent="-216000" algn="l" rtl="0" eaLnBrk="1" fontAlgn="base" hangingPunct="1">
              <a:lnSpc>
                <a:spcPct val="110000"/>
              </a:lnSpc>
              <a:spcBef>
                <a:spcPts val="800"/>
              </a:spcBef>
              <a:spcAft>
                <a:spcPct val="0"/>
              </a:spcAft>
              <a:buFont typeface="Arial" pitchFamily="34" charset="0"/>
              <a:buChar char="‒"/>
              <a:defRPr sz="1800" b="0" i="0" kern="1200">
                <a:solidFill>
                  <a:schemeClr val="tx1"/>
                </a:solidFill>
                <a:latin typeface="Graphik Regular" panose="020B0503030202060203" pitchFamily="34" charset="77"/>
                <a:ea typeface="Roboto" panose="02000000000000000000" pitchFamily="2" charset="0"/>
                <a:cs typeface="Arial" panose="020B0604020202020204" pitchFamily="34" charset="0"/>
              </a:defRPr>
            </a:lvl5pPr>
            <a:lvl6pPr marL="3351933" indent="-304723" algn="l" defTabSz="1218885" rtl="0" eaLnBrk="1" latinLnBrk="0" hangingPunct="1">
              <a:spcBef>
                <a:spcPct val="20000"/>
              </a:spcBef>
              <a:buFont typeface="Arial" pitchFamily="34" charset="0"/>
              <a:buChar char="•"/>
              <a:defRPr sz="2700" kern="1200">
                <a:solidFill>
                  <a:schemeClr val="tx1"/>
                </a:solidFill>
                <a:latin typeface="+mn-lt"/>
                <a:ea typeface="+mn-ea"/>
                <a:cs typeface="+mn-cs"/>
              </a:defRPr>
            </a:lvl6pPr>
            <a:lvl7pPr marL="3961376" indent="-304723" algn="l" defTabSz="1218885" rtl="0" eaLnBrk="1" latinLnBrk="0" hangingPunct="1">
              <a:spcBef>
                <a:spcPct val="20000"/>
              </a:spcBef>
              <a:buFont typeface="Arial" pitchFamily="34" charset="0"/>
              <a:buChar char="•"/>
              <a:defRPr sz="2700" kern="1200">
                <a:solidFill>
                  <a:schemeClr val="tx1"/>
                </a:solidFill>
                <a:latin typeface="+mn-lt"/>
                <a:ea typeface="+mn-ea"/>
                <a:cs typeface="+mn-cs"/>
              </a:defRPr>
            </a:lvl7pPr>
            <a:lvl8pPr marL="4570819" indent="-304723" algn="l" defTabSz="1218885" rtl="0" eaLnBrk="1" latinLnBrk="0" hangingPunct="1">
              <a:spcBef>
                <a:spcPct val="20000"/>
              </a:spcBef>
              <a:buFont typeface="Arial" pitchFamily="34" charset="0"/>
              <a:buChar char="•"/>
              <a:defRPr sz="2700" kern="1200">
                <a:solidFill>
                  <a:schemeClr val="tx1"/>
                </a:solidFill>
                <a:latin typeface="+mn-lt"/>
                <a:ea typeface="+mn-ea"/>
                <a:cs typeface="+mn-cs"/>
              </a:defRPr>
            </a:lvl8pPr>
            <a:lvl9pPr marL="5180261" indent="-304723" algn="l" defTabSz="1218885" rtl="0" eaLnBrk="1" latinLnBrk="0" hangingPunct="1">
              <a:spcBef>
                <a:spcPct val="20000"/>
              </a:spcBef>
              <a:buFont typeface="Arial" pitchFamily="34" charset="0"/>
              <a:buChar char="•"/>
              <a:defRPr sz="2700" kern="1200">
                <a:solidFill>
                  <a:schemeClr val="tx1"/>
                </a:solidFill>
                <a:latin typeface="+mn-lt"/>
                <a:ea typeface="+mn-ea"/>
                <a:cs typeface="+mn-cs"/>
              </a:defRPr>
            </a:lvl9pPr>
          </a:lstStyle>
          <a:p>
            <a:r>
              <a:rPr lang="en-US" sz="5399" b="1" dirty="0">
                <a:solidFill>
                  <a:schemeClr val="tx1"/>
                </a:solidFill>
                <a:latin typeface="Graphik Black" panose="020B0503030202060203" pitchFamily="34" charset="77"/>
              </a:rPr>
              <a:t>04</a:t>
            </a:r>
          </a:p>
        </p:txBody>
      </p:sp>
      <p:sp>
        <p:nvSpPr>
          <p:cNvPr id="15" name="Text Placeholder 35">
            <a:extLst>
              <a:ext uri="{FF2B5EF4-FFF2-40B4-BE49-F238E27FC236}">
                <a16:creationId xmlns:a16="http://schemas.microsoft.com/office/drawing/2014/main" id="{B2AA7654-6018-0249-950E-73A7F89732AA}"/>
              </a:ext>
            </a:extLst>
          </p:cNvPr>
          <p:cNvSpPr txBox="1">
            <a:spLocks/>
          </p:cNvSpPr>
          <p:nvPr/>
        </p:nvSpPr>
        <p:spPr>
          <a:xfrm>
            <a:off x="6429128" y="2900466"/>
            <a:ext cx="1325256" cy="842767"/>
          </a:xfrm>
          <a:prstGeom prst="rect">
            <a:avLst/>
          </a:prstGeom>
        </p:spPr>
        <p:txBody>
          <a:bodyPr vert="horz" lIns="0" tIns="0" rIns="0" bIns="0" rtlCol="0">
            <a:noAutofit/>
          </a:bodyPr>
          <a:lstStyle>
            <a:lvl1pPr marL="0" indent="0" algn="l" rtl="0" eaLnBrk="1" fontAlgn="base" hangingPunct="1">
              <a:lnSpc>
                <a:spcPct val="110000"/>
              </a:lnSpc>
              <a:spcBef>
                <a:spcPts val="1200"/>
              </a:spcBef>
              <a:spcAft>
                <a:spcPct val="0"/>
              </a:spcAft>
              <a:buFont typeface="Arial" pitchFamily="34" charset="0"/>
              <a:buNone/>
              <a:defRPr lang="en-US" sz="5400" b="0" i="0" kern="1200" dirty="0">
                <a:solidFill>
                  <a:schemeClr val="bg1"/>
                </a:solidFill>
                <a:latin typeface="Arial Black" panose="020B0A04020102020204" pitchFamily="34" charset="0"/>
                <a:ea typeface="Roboto" panose="02000000000000000000" pitchFamily="2" charset="0"/>
                <a:cs typeface="Arial" panose="020B0604020202020204" pitchFamily="34" charset="0"/>
              </a:defRPr>
            </a:lvl1pPr>
            <a:lvl2pPr marL="216000" indent="-216000" algn="l" rtl="0" eaLnBrk="1" fontAlgn="base" hangingPunct="1">
              <a:lnSpc>
                <a:spcPct val="110000"/>
              </a:lnSpc>
              <a:spcBef>
                <a:spcPts val="800"/>
              </a:spcBef>
              <a:spcAft>
                <a:spcPct val="0"/>
              </a:spcAft>
              <a:buFont typeface="Arial" pitchFamily="34" charset="0"/>
              <a:buChar char="•"/>
              <a:defRPr sz="1800" b="0" i="0" kern="1200">
                <a:solidFill>
                  <a:schemeClr val="tx1"/>
                </a:solidFill>
                <a:latin typeface="Graphik Regular" panose="020B0503030202060203" pitchFamily="34" charset="77"/>
                <a:ea typeface="Roboto" panose="02000000000000000000" pitchFamily="2" charset="0"/>
                <a:cs typeface="Arial" panose="020B0604020202020204" pitchFamily="34" charset="0"/>
              </a:defRPr>
            </a:lvl2pPr>
            <a:lvl3pPr marL="432000" indent="-216000" algn="l" rtl="0" eaLnBrk="1" fontAlgn="base" hangingPunct="1">
              <a:lnSpc>
                <a:spcPct val="110000"/>
              </a:lnSpc>
              <a:spcBef>
                <a:spcPts val="800"/>
              </a:spcBef>
              <a:spcAft>
                <a:spcPct val="0"/>
              </a:spcAft>
              <a:buFont typeface="Arial" pitchFamily="34" charset="0"/>
              <a:buChar char="‒"/>
              <a:tabLst/>
              <a:defRPr sz="1800" b="0" i="0" kern="1200">
                <a:solidFill>
                  <a:schemeClr val="tx1"/>
                </a:solidFill>
                <a:latin typeface="Graphik Regular" panose="020B0503030202060203" pitchFamily="34" charset="77"/>
                <a:ea typeface="Roboto" panose="02000000000000000000" pitchFamily="2" charset="0"/>
                <a:cs typeface="Arial" panose="020B0604020202020204" pitchFamily="34" charset="0"/>
              </a:defRPr>
            </a:lvl3pPr>
            <a:lvl4pPr marL="612000" indent="-216000" algn="l" rtl="0" eaLnBrk="1" fontAlgn="base" hangingPunct="1">
              <a:lnSpc>
                <a:spcPct val="110000"/>
              </a:lnSpc>
              <a:spcBef>
                <a:spcPts val="800"/>
              </a:spcBef>
              <a:spcAft>
                <a:spcPct val="0"/>
              </a:spcAft>
              <a:buFont typeface="Arial" pitchFamily="34" charset="0"/>
              <a:buChar char="•"/>
              <a:defRPr sz="1800" b="0" i="0" kern="1200">
                <a:solidFill>
                  <a:schemeClr val="tx1"/>
                </a:solidFill>
                <a:latin typeface="Graphik Regular" panose="020B0503030202060203" pitchFamily="34" charset="77"/>
                <a:ea typeface="Roboto" panose="02000000000000000000" pitchFamily="2" charset="0"/>
                <a:cs typeface="Arial" panose="020B0604020202020204" pitchFamily="34" charset="0"/>
              </a:defRPr>
            </a:lvl4pPr>
            <a:lvl5pPr marL="864000" indent="-216000" algn="l" rtl="0" eaLnBrk="1" fontAlgn="base" hangingPunct="1">
              <a:lnSpc>
                <a:spcPct val="110000"/>
              </a:lnSpc>
              <a:spcBef>
                <a:spcPts val="800"/>
              </a:spcBef>
              <a:spcAft>
                <a:spcPct val="0"/>
              </a:spcAft>
              <a:buFont typeface="Arial" pitchFamily="34" charset="0"/>
              <a:buChar char="‒"/>
              <a:defRPr sz="1800" b="0" i="0" kern="1200">
                <a:solidFill>
                  <a:schemeClr val="tx1"/>
                </a:solidFill>
                <a:latin typeface="Graphik Regular" panose="020B0503030202060203" pitchFamily="34" charset="77"/>
                <a:ea typeface="Roboto" panose="02000000000000000000" pitchFamily="2" charset="0"/>
                <a:cs typeface="Arial" panose="020B0604020202020204" pitchFamily="34" charset="0"/>
              </a:defRPr>
            </a:lvl5pPr>
            <a:lvl6pPr marL="3351933" indent="-304723" algn="l" defTabSz="1218885" rtl="0" eaLnBrk="1" latinLnBrk="0" hangingPunct="1">
              <a:spcBef>
                <a:spcPct val="20000"/>
              </a:spcBef>
              <a:buFont typeface="Arial" pitchFamily="34" charset="0"/>
              <a:buChar char="•"/>
              <a:defRPr sz="2700" kern="1200">
                <a:solidFill>
                  <a:schemeClr val="tx1"/>
                </a:solidFill>
                <a:latin typeface="+mn-lt"/>
                <a:ea typeface="+mn-ea"/>
                <a:cs typeface="+mn-cs"/>
              </a:defRPr>
            </a:lvl6pPr>
            <a:lvl7pPr marL="3961376" indent="-304723" algn="l" defTabSz="1218885" rtl="0" eaLnBrk="1" latinLnBrk="0" hangingPunct="1">
              <a:spcBef>
                <a:spcPct val="20000"/>
              </a:spcBef>
              <a:buFont typeface="Arial" pitchFamily="34" charset="0"/>
              <a:buChar char="•"/>
              <a:defRPr sz="2700" kern="1200">
                <a:solidFill>
                  <a:schemeClr val="tx1"/>
                </a:solidFill>
                <a:latin typeface="+mn-lt"/>
                <a:ea typeface="+mn-ea"/>
                <a:cs typeface="+mn-cs"/>
              </a:defRPr>
            </a:lvl7pPr>
            <a:lvl8pPr marL="4570819" indent="-304723" algn="l" defTabSz="1218885" rtl="0" eaLnBrk="1" latinLnBrk="0" hangingPunct="1">
              <a:spcBef>
                <a:spcPct val="20000"/>
              </a:spcBef>
              <a:buFont typeface="Arial" pitchFamily="34" charset="0"/>
              <a:buChar char="•"/>
              <a:defRPr sz="2700" kern="1200">
                <a:solidFill>
                  <a:schemeClr val="tx1"/>
                </a:solidFill>
                <a:latin typeface="+mn-lt"/>
                <a:ea typeface="+mn-ea"/>
                <a:cs typeface="+mn-cs"/>
              </a:defRPr>
            </a:lvl8pPr>
            <a:lvl9pPr marL="5180261" indent="-304723" algn="l" defTabSz="1218885" rtl="0" eaLnBrk="1" latinLnBrk="0" hangingPunct="1">
              <a:spcBef>
                <a:spcPct val="20000"/>
              </a:spcBef>
              <a:buFont typeface="Arial" pitchFamily="34" charset="0"/>
              <a:buChar char="•"/>
              <a:defRPr sz="2700" kern="1200">
                <a:solidFill>
                  <a:schemeClr val="tx1"/>
                </a:solidFill>
                <a:latin typeface="+mn-lt"/>
                <a:ea typeface="+mn-ea"/>
                <a:cs typeface="+mn-cs"/>
              </a:defRPr>
            </a:lvl9pPr>
          </a:lstStyle>
          <a:p>
            <a:r>
              <a:rPr lang="en-US" sz="5399" b="1" dirty="0">
                <a:solidFill>
                  <a:schemeClr val="tx1"/>
                </a:solidFill>
                <a:latin typeface="Graphik Black" panose="020B0503030202060203" pitchFamily="34" charset="77"/>
              </a:rPr>
              <a:t>03</a:t>
            </a:r>
          </a:p>
        </p:txBody>
      </p:sp>
      <p:sp>
        <p:nvSpPr>
          <p:cNvPr id="17" name="Text Placeholder 37">
            <a:extLst>
              <a:ext uri="{FF2B5EF4-FFF2-40B4-BE49-F238E27FC236}">
                <a16:creationId xmlns:a16="http://schemas.microsoft.com/office/drawing/2014/main" id="{E4EC5137-5AFF-2C48-8BCF-B8D64C2BD883}"/>
              </a:ext>
            </a:extLst>
          </p:cNvPr>
          <p:cNvSpPr txBox="1">
            <a:spLocks/>
          </p:cNvSpPr>
          <p:nvPr/>
        </p:nvSpPr>
        <p:spPr>
          <a:xfrm>
            <a:off x="9050870" y="4768483"/>
            <a:ext cx="1325256" cy="842767"/>
          </a:xfrm>
          <a:prstGeom prst="rect">
            <a:avLst/>
          </a:prstGeom>
        </p:spPr>
        <p:txBody>
          <a:bodyPr vert="horz" lIns="0" tIns="0" rIns="0" bIns="0" rtlCol="0">
            <a:noAutofit/>
          </a:bodyPr>
          <a:lstStyle>
            <a:lvl1pPr marL="0" indent="0" algn="l" rtl="0" eaLnBrk="1" fontAlgn="base" hangingPunct="1">
              <a:lnSpc>
                <a:spcPct val="110000"/>
              </a:lnSpc>
              <a:spcBef>
                <a:spcPts val="1200"/>
              </a:spcBef>
              <a:spcAft>
                <a:spcPct val="0"/>
              </a:spcAft>
              <a:buFont typeface="Arial" pitchFamily="34" charset="0"/>
              <a:buNone/>
              <a:defRPr lang="en-US" sz="5400" b="0" i="0" kern="1200" dirty="0">
                <a:solidFill>
                  <a:schemeClr val="bg1"/>
                </a:solidFill>
                <a:latin typeface="Arial Black" panose="020B0A04020102020204" pitchFamily="34" charset="0"/>
                <a:ea typeface="Roboto" panose="02000000000000000000" pitchFamily="2" charset="0"/>
                <a:cs typeface="Arial" panose="020B0604020202020204" pitchFamily="34" charset="0"/>
              </a:defRPr>
            </a:lvl1pPr>
            <a:lvl2pPr marL="216000" indent="-216000" algn="l" rtl="0" eaLnBrk="1" fontAlgn="base" hangingPunct="1">
              <a:lnSpc>
                <a:spcPct val="110000"/>
              </a:lnSpc>
              <a:spcBef>
                <a:spcPts val="800"/>
              </a:spcBef>
              <a:spcAft>
                <a:spcPct val="0"/>
              </a:spcAft>
              <a:buFont typeface="Arial" pitchFamily="34" charset="0"/>
              <a:buChar char="•"/>
              <a:defRPr sz="1800" b="0" i="0" kern="1200">
                <a:solidFill>
                  <a:schemeClr val="tx1"/>
                </a:solidFill>
                <a:latin typeface="Graphik Regular" panose="020B0503030202060203" pitchFamily="34" charset="77"/>
                <a:ea typeface="Roboto" panose="02000000000000000000" pitchFamily="2" charset="0"/>
                <a:cs typeface="Arial" panose="020B0604020202020204" pitchFamily="34" charset="0"/>
              </a:defRPr>
            </a:lvl2pPr>
            <a:lvl3pPr marL="432000" indent="-216000" algn="l" rtl="0" eaLnBrk="1" fontAlgn="base" hangingPunct="1">
              <a:lnSpc>
                <a:spcPct val="110000"/>
              </a:lnSpc>
              <a:spcBef>
                <a:spcPts val="800"/>
              </a:spcBef>
              <a:spcAft>
                <a:spcPct val="0"/>
              </a:spcAft>
              <a:buFont typeface="Arial" pitchFamily="34" charset="0"/>
              <a:buChar char="‒"/>
              <a:tabLst/>
              <a:defRPr sz="1800" b="0" i="0" kern="1200">
                <a:solidFill>
                  <a:schemeClr val="tx1"/>
                </a:solidFill>
                <a:latin typeface="Graphik Regular" panose="020B0503030202060203" pitchFamily="34" charset="77"/>
                <a:ea typeface="Roboto" panose="02000000000000000000" pitchFamily="2" charset="0"/>
                <a:cs typeface="Arial" panose="020B0604020202020204" pitchFamily="34" charset="0"/>
              </a:defRPr>
            </a:lvl3pPr>
            <a:lvl4pPr marL="612000" indent="-216000" algn="l" rtl="0" eaLnBrk="1" fontAlgn="base" hangingPunct="1">
              <a:lnSpc>
                <a:spcPct val="110000"/>
              </a:lnSpc>
              <a:spcBef>
                <a:spcPts val="800"/>
              </a:spcBef>
              <a:spcAft>
                <a:spcPct val="0"/>
              </a:spcAft>
              <a:buFont typeface="Arial" pitchFamily="34" charset="0"/>
              <a:buChar char="•"/>
              <a:defRPr sz="1800" b="0" i="0" kern="1200">
                <a:solidFill>
                  <a:schemeClr val="tx1"/>
                </a:solidFill>
                <a:latin typeface="Graphik Regular" panose="020B0503030202060203" pitchFamily="34" charset="77"/>
                <a:ea typeface="Roboto" panose="02000000000000000000" pitchFamily="2" charset="0"/>
                <a:cs typeface="Arial" panose="020B0604020202020204" pitchFamily="34" charset="0"/>
              </a:defRPr>
            </a:lvl4pPr>
            <a:lvl5pPr marL="864000" indent="-216000" algn="l" rtl="0" eaLnBrk="1" fontAlgn="base" hangingPunct="1">
              <a:lnSpc>
                <a:spcPct val="110000"/>
              </a:lnSpc>
              <a:spcBef>
                <a:spcPts val="800"/>
              </a:spcBef>
              <a:spcAft>
                <a:spcPct val="0"/>
              </a:spcAft>
              <a:buFont typeface="Arial" pitchFamily="34" charset="0"/>
              <a:buChar char="‒"/>
              <a:defRPr sz="1800" b="0" i="0" kern="1200">
                <a:solidFill>
                  <a:schemeClr val="tx1"/>
                </a:solidFill>
                <a:latin typeface="Graphik Regular" panose="020B0503030202060203" pitchFamily="34" charset="77"/>
                <a:ea typeface="Roboto" panose="02000000000000000000" pitchFamily="2" charset="0"/>
                <a:cs typeface="Arial" panose="020B0604020202020204" pitchFamily="34" charset="0"/>
              </a:defRPr>
            </a:lvl5pPr>
            <a:lvl6pPr marL="3351933" indent="-304723" algn="l" defTabSz="1218885" rtl="0" eaLnBrk="1" latinLnBrk="0" hangingPunct="1">
              <a:spcBef>
                <a:spcPct val="20000"/>
              </a:spcBef>
              <a:buFont typeface="Arial" pitchFamily="34" charset="0"/>
              <a:buChar char="•"/>
              <a:defRPr sz="2700" kern="1200">
                <a:solidFill>
                  <a:schemeClr val="tx1"/>
                </a:solidFill>
                <a:latin typeface="+mn-lt"/>
                <a:ea typeface="+mn-ea"/>
                <a:cs typeface="+mn-cs"/>
              </a:defRPr>
            </a:lvl6pPr>
            <a:lvl7pPr marL="3961376" indent="-304723" algn="l" defTabSz="1218885" rtl="0" eaLnBrk="1" latinLnBrk="0" hangingPunct="1">
              <a:spcBef>
                <a:spcPct val="20000"/>
              </a:spcBef>
              <a:buFont typeface="Arial" pitchFamily="34" charset="0"/>
              <a:buChar char="•"/>
              <a:defRPr sz="2700" kern="1200">
                <a:solidFill>
                  <a:schemeClr val="tx1"/>
                </a:solidFill>
                <a:latin typeface="+mn-lt"/>
                <a:ea typeface="+mn-ea"/>
                <a:cs typeface="+mn-cs"/>
              </a:defRPr>
            </a:lvl7pPr>
            <a:lvl8pPr marL="4570819" indent="-304723" algn="l" defTabSz="1218885" rtl="0" eaLnBrk="1" latinLnBrk="0" hangingPunct="1">
              <a:spcBef>
                <a:spcPct val="20000"/>
              </a:spcBef>
              <a:buFont typeface="Arial" pitchFamily="34" charset="0"/>
              <a:buChar char="•"/>
              <a:defRPr sz="2700" kern="1200">
                <a:solidFill>
                  <a:schemeClr val="tx1"/>
                </a:solidFill>
                <a:latin typeface="+mn-lt"/>
                <a:ea typeface="+mn-ea"/>
                <a:cs typeface="+mn-cs"/>
              </a:defRPr>
            </a:lvl8pPr>
            <a:lvl9pPr marL="5180261" indent="-304723" algn="l" defTabSz="1218885" rtl="0" eaLnBrk="1" latinLnBrk="0" hangingPunct="1">
              <a:spcBef>
                <a:spcPct val="20000"/>
              </a:spcBef>
              <a:buFont typeface="Arial" pitchFamily="34" charset="0"/>
              <a:buChar char="•"/>
              <a:defRPr sz="2700" kern="1200">
                <a:solidFill>
                  <a:schemeClr val="tx1"/>
                </a:solidFill>
                <a:latin typeface="+mn-lt"/>
                <a:ea typeface="+mn-ea"/>
                <a:cs typeface="+mn-cs"/>
              </a:defRPr>
            </a:lvl9pPr>
          </a:lstStyle>
          <a:p>
            <a:r>
              <a:rPr lang="en-US" sz="5399" b="1" dirty="0">
                <a:solidFill>
                  <a:schemeClr val="tx1"/>
                </a:solidFill>
                <a:latin typeface="Graphik Black" panose="020B0503030202060203" pitchFamily="34" charset="77"/>
              </a:rPr>
              <a:t>06</a:t>
            </a:r>
          </a:p>
        </p:txBody>
      </p:sp>
      <p:sp>
        <p:nvSpPr>
          <p:cNvPr id="18" name="Text Placeholder 38">
            <a:extLst>
              <a:ext uri="{FF2B5EF4-FFF2-40B4-BE49-F238E27FC236}">
                <a16:creationId xmlns:a16="http://schemas.microsoft.com/office/drawing/2014/main" id="{9FEBE275-99AA-0E49-8641-24BCA2FA108C}"/>
              </a:ext>
            </a:extLst>
          </p:cNvPr>
          <p:cNvSpPr txBox="1">
            <a:spLocks/>
          </p:cNvSpPr>
          <p:nvPr/>
        </p:nvSpPr>
        <p:spPr>
          <a:xfrm>
            <a:off x="6429128" y="4768483"/>
            <a:ext cx="1325256" cy="842767"/>
          </a:xfrm>
          <a:prstGeom prst="rect">
            <a:avLst/>
          </a:prstGeom>
        </p:spPr>
        <p:txBody>
          <a:bodyPr vert="horz" lIns="0" tIns="0" rIns="0" bIns="0" rtlCol="0">
            <a:noAutofit/>
          </a:bodyPr>
          <a:lstStyle>
            <a:lvl1pPr marL="0" indent="0" algn="l" rtl="0" eaLnBrk="1" fontAlgn="base" hangingPunct="1">
              <a:lnSpc>
                <a:spcPct val="110000"/>
              </a:lnSpc>
              <a:spcBef>
                <a:spcPts val="1200"/>
              </a:spcBef>
              <a:spcAft>
                <a:spcPct val="0"/>
              </a:spcAft>
              <a:buFont typeface="Arial" pitchFamily="34" charset="0"/>
              <a:buNone/>
              <a:defRPr lang="en-US" sz="5400" b="0" i="0" kern="1200" dirty="0">
                <a:solidFill>
                  <a:schemeClr val="bg1"/>
                </a:solidFill>
                <a:latin typeface="Arial Black" panose="020B0A04020102020204" pitchFamily="34" charset="0"/>
                <a:ea typeface="Roboto" panose="02000000000000000000" pitchFamily="2" charset="0"/>
                <a:cs typeface="Arial" panose="020B0604020202020204" pitchFamily="34" charset="0"/>
              </a:defRPr>
            </a:lvl1pPr>
            <a:lvl2pPr marL="216000" indent="-216000" algn="l" rtl="0" eaLnBrk="1" fontAlgn="base" hangingPunct="1">
              <a:lnSpc>
                <a:spcPct val="110000"/>
              </a:lnSpc>
              <a:spcBef>
                <a:spcPts val="800"/>
              </a:spcBef>
              <a:spcAft>
                <a:spcPct val="0"/>
              </a:spcAft>
              <a:buFont typeface="Arial" pitchFamily="34" charset="0"/>
              <a:buChar char="•"/>
              <a:defRPr sz="1800" b="0" i="0" kern="1200">
                <a:solidFill>
                  <a:schemeClr val="tx1"/>
                </a:solidFill>
                <a:latin typeface="Graphik Regular" panose="020B0503030202060203" pitchFamily="34" charset="77"/>
                <a:ea typeface="Roboto" panose="02000000000000000000" pitchFamily="2" charset="0"/>
                <a:cs typeface="Arial" panose="020B0604020202020204" pitchFamily="34" charset="0"/>
              </a:defRPr>
            </a:lvl2pPr>
            <a:lvl3pPr marL="432000" indent="-216000" algn="l" rtl="0" eaLnBrk="1" fontAlgn="base" hangingPunct="1">
              <a:lnSpc>
                <a:spcPct val="110000"/>
              </a:lnSpc>
              <a:spcBef>
                <a:spcPts val="800"/>
              </a:spcBef>
              <a:spcAft>
                <a:spcPct val="0"/>
              </a:spcAft>
              <a:buFont typeface="Arial" pitchFamily="34" charset="0"/>
              <a:buChar char="‒"/>
              <a:tabLst/>
              <a:defRPr sz="1800" b="0" i="0" kern="1200">
                <a:solidFill>
                  <a:schemeClr val="tx1"/>
                </a:solidFill>
                <a:latin typeface="Graphik Regular" panose="020B0503030202060203" pitchFamily="34" charset="77"/>
                <a:ea typeface="Roboto" panose="02000000000000000000" pitchFamily="2" charset="0"/>
                <a:cs typeface="Arial" panose="020B0604020202020204" pitchFamily="34" charset="0"/>
              </a:defRPr>
            </a:lvl3pPr>
            <a:lvl4pPr marL="612000" indent="-216000" algn="l" rtl="0" eaLnBrk="1" fontAlgn="base" hangingPunct="1">
              <a:lnSpc>
                <a:spcPct val="110000"/>
              </a:lnSpc>
              <a:spcBef>
                <a:spcPts val="800"/>
              </a:spcBef>
              <a:spcAft>
                <a:spcPct val="0"/>
              </a:spcAft>
              <a:buFont typeface="Arial" pitchFamily="34" charset="0"/>
              <a:buChar char="•"/>
              <a:defRPr sz="1800" b="0" i="0" kern="1200">
                <a:solidFill>
                  <a:schemeClr val="tx1"/>
                </a:solidFill>
                <a:latin typeface="Graphik Regular" panose="020B0503030202060203" pitchFamily="34" charset="77"/>
                <a:ea typeface="Roboto" panose="02000000000000000000" pitchFamily="2" charset="0"/>
                <a:cs typeface="Arial" panose="020B0604020202020204" pitchFamily="34" charset="0"/>
              </a:defRPr>
            </a:lvl4pPr>
            <a:lvl5pPr marL="864000" indent="-216000" algn="l" rtl="0" eaLnBrk="1" fontAlgn="base" hangingPunct="1">
              <a:lnSpc>
                <a:spcPct val="110000"/>
              </a:lnSpc>
              <a:spcBef>
                <a:spcPts val="800"/>
              </a:spcBef>
              <a:spcAft>
                <a:spcPct val="0"/>
              </a:spcAft>
              <a:buFont typeface="Arial" pitchFamily="34" charset="0"/>
              <a:buChar char="‒"/>
              <a:defRPr sz="1800" b="0" i="0" kern="1200">
                <a:solidFill>
                  <a:schemeClr val="tx1"/>
                </a:solidFill>
                <a:latin typeface="Graphik Regular" panose="020B0503030202060203" pitchFamily="34" charset="77"/>
                <a:ea typeface="Roboto" panose="02000000000000000000" pitchFamily="2" charset="0"/>
                <a:cs typeface="Arial" panose="020B0604020202020204" pitchFamily="34" charset="0"/>
              </a:defRPr>
            </a:lvl5pPr>
            <a:lvl6pPr marL="3351933" indent="-304723" algn="l" defTabSz="1218885" rtl="0" eaLnBrk="1" latinLnBrk="0" hangingPunct="1">
              <a:spcBef>
                <a:spcPct val="20000"/>
              </a:spcBef>
              <a:buFont typeface="Arial" pitchFamily="34" charset="0"/>
              <a:buChar char="•"/>
              <a:defRPr sz="2700" kern="1200">
                <a:solidFill>
                  <a:schemeClr val="tx1"/>
                </a:solidFill>
                <a:latin typeface="+mn-lt"/>
                <a:ea typeface="+mn-ea"/>
                <a:cs typeface="+mn-cs"/>
              </a:defRPr>
            </a:lvl6pPr>
            <a:lvl7pPr marL="3961376" indent="-304723" algn="l" defTabSz="1218885" rtl="0" eaLnBrk="1" latinLnBrk="0" hangingPunct="1">
              <a:spcBef>
                <a:spcPct val="20000"/>
              </a:spcBef>
              <a:buFont typeface="Arial" pitchFamily="34" charset="0"/>
              <a:buChar char="•"/>
              <a:defRPr sz="2700" kern="1200">
                <a:solidFill>
                  <a:schemeClr val="tx1"/>
                </a:solidFill>
                <a:latin typeface="+mn-lt"/>
                <a:ea typeface="+mn-ea"/>
                <a:cs typeface="+mn-cs"/>
              </a:defRPr>
            </a:lvl7pPr>
            <a:lvl8pPr marL="4570819" indent="-304723" algn="l" defTabSz="1218885" rtl="0" eaLnBrk="1" latinLnBrk="0" hangingPunct="1">
              <a:spcBef>
                <a:spcPct val="20000"/>
              </a:spcBef>
              <a:buFont typeface="Arial" pitchFamily="34" charset="0"/>
              <a:buChar char="•"/>
              <a:defRPr sz="2700" kern="1200">
                <a:solidFill>
                  <a:schemeClr val="tx1"/>
                </a:solidFill>
                <a:latin typeface="+mn-lt"/>
                <a:ea typeface="+mn-ea"/>
                <a:cs typeface="+mn-cs"/>
              </a:defRPr>
            </a:lvl8pPr>
            <a:lvl9pPr marL="5180261" indent="-304723" algn="l" defTabSz="1218885" rtl="0" eaLnBrk="1" latinLnBrk="0" hangingPunct="1">
              <a:spcBef>
                <a:spcPct val="20000"/>
              </a:spcBef>
              <a:buFont typeface="Arial" pitchFamily="34" charset="0"/>
              <a:buChar char="•"/>
              <a:defRPr sz="2700" kern="1200">
                <a:solidFill>
                  <a:schemeClr val="tx1"/>
                </a:solidFill>
                <a:latin typeface="+mn-lt"/>
                <a:ea typeface="+mn-ea"/>
                <a:cs typeface="+mn-cs"/>
              </a:defRPr>
            </a:lvl9pPr>
          </a:lstStyle>
          <a:p>
            <a:r>
              <a:rPr lang="en-US" sz="5399" b="1" dirty="0">
                <a:solidFill>
                  <a:schemeClr val="tx1"/>
                </a:solidFill>
                <a:latin typeface="Graphik Black" panose="020B0503030202060203" pitchFamily="34" charset="77"/>
              </a:rPr>
              <a:t>05</a:t>
            </a:r>
          </a:p>
        </p:txBody>
      </p:sp>
      <p:sp>
        <p:nvSpPr>
          <p:cNvPr id="20" name="Title 1">
            <a:extLst>
              <a:ext uri="{FF2B5EF4-FFF2-40B4-BE49-F238E27FC236}">
                <a16:creationId xmlns:a16="http://schemas.microsoft.com/office/drawing/2014/main" id="{5683FEC8-E062-8B40-9226-C407B5421DFE}"/>
              </a:ext>
            </a:extLst>
          </p:cNvPr>
          <p:cNvSpPr txBox="1">
            <a:spLocks/>
          </p:cNvSpPr>
          <p:nvPr/>
        </p:nvSpPr>
        <p:spPr>
          <a:xfrm>
            <a:off x="359311" y="554271"/>
            <a:ext cx="5262769" cy="3552754"/>
          </a:xfrm>
          <a:prstGeom prst="rect">
            <a:avLst/>
          </a:prstGeom>
        </p:spPr>
        <p:txBody>
          <a:bodyPr/>
          <a:lstStyle>
            <a:lvl1pPr algn="l" rtl="0" eaLnBrk="1" fontAlgn="base" hangingPunct="1">
              <a:lnSpc>
                <a:spcPct val="80000"/>
              </a:lnSpc>
              <a:spcBef>
                <a:spcPct val="0"/>
              </a:spcBef>
              <a:spcAft>
                <a:spcPct val="0"/>
              </a:spcAft>
              <a:buFont typeface="Arial" charset="0"/>
              <a:defRPr lang="en-AU" sz="11500" b="0" i="0" kern="1200" cap="all" spc="0" baseline="0">
                <a:solidFill>
                  <a:schemeClr val="bg1"/>
                </a:solidFill>
                <a:latin typeface="Graphik Black" panose="020B0503030202060203" pitchFamily="34" charset="77"/>
                <a:ea typeface="Roboto Black" panose="02000000000000000000" pitchFamily="2" charset="0"/>
                <a:cs typeface="Arial" panose="020B0604020202020204" pitchFamily="34" charset="0"/>
              </a:defRPr>
            </a:lvl1pPr>
            <a:lvl2pPr algn="l" rtl="0" eaLnBrk="1" fontAlgn="base" hangingPunct="1">
              <a:lnSpc>
                <a:spcPts val="3466"/>
              </a:lnSpc>
              <a:spcBef>
                <a:spcPct val="0"/>
              </a:spcBef>
              <a:spcAft>
                <a:spcPct val="0"/>
              </a:spcAft>
              <a:buFont typeface="Arial" charset="0"/>
              <a:defRPr sz="3200">
                <a:solidFill>
                  <a:schemeClr val="tx1"/>
                </a:solidFill>
                <a:latin typeface="Arial" pitchFamily="-105" charset="-52"/>
                <a:ea typeface="Arial" pitchFamily="-105" charset="-52"/>
                <a:cs typeface="Arial" pitchFamily="-105" charset="-52"/>
              </a:defRPr>
            </a:lvl2pPr>
            <a:lvl3pPr algn="l" rtl="0" eaLnBrk="1" fontAlgn="base" hangingPunct="1">
              <a:lnSpc>
                <a:spcPts val="3466"/>
              </a:lnSpc>
              <a:spcBef>
                <a:spcPct val="0"/>
              </a:spcBef>
              <a:spcAft>
                <a:spcPct val="0"/>
              </a:spcAft>
              <a:buFont typeface="Arial" charset="0"/>
              <a:defRPr sz="3200">
                <a:solidFill>
                  <a:schemeClr val="tx1"/>
                </a:solidFill>
                <a:latin typeface="Arial" pitchFamily="-105" charset="-52"/>
                <a:ea typeface="Arial" pitchFamily="-105" charset="-52"/>
                <a:cs typeface="Arial" pitchFamily="-105" charset="-52"/>
              </a:defRPr>
            </a:lvl3pPr>
            <a:lvl4pPr algn="l" rtl="0" eaLnBrk="1" fontAlgn="base" hangingPunct="1">
              <a:lnSpc>
                <a:spcPts val="3466"/>
              </a:lnSpc>
              <a:spcBef>
                <a:spcPct val="0"/>
              </a:spcBef>
              <a:spcAft>
                <a:spcPct val="0"/>
              </a:spcAft>
              <a:buFont typeface="Arial" charset="0"/>
              <a:defRPr sz="3200">
                <a:solidFill>
                  <a:schemeClr val="tx1"/>
                </a:solidFill>
                <a:latin typeface="Arial" pitchFamily="-105" charset="-52"/>
                <a:ea typeface="Arial" pitchFamily="-105" charset="-52"/>
                <a:cs typeface="Arial" pitchFamily="-105" charset="-52"/>
              </a:defRPr>
            </a:lvl4pPr>
            <a:lvl5pPr algn="l" rtl="0" eaLnBrk="1" fontAlgn="base" hangingPunct="1">
              <a:lnSpc>
                <a:spcPts val="3466"/>
              </a:lnSpc>
              <a:spcBef>
                <a:spcPct val="0"/>
              </a:spcBef>
              <a:spcAft>
                <a:spcPct val="0"/>
              </a:spcAft>
              <a:buFont typeface="Arial" charset="0"/>
              <a:defRPr sz="3200">
                <a:solidFill>
                  <a:schemeClr val="tx1"/>
                </a:solidFill>
                <a:latin typeface="Arial" pitchFamily="-105" charset="-52"/>
                <a:ea typeface="Arial" pitchFamily="-105" charset="-52"/>
                <a:cs typeface="Arial" pitchFamily="-105" charset="-52"/>
              </a:defRPr>
            </a:lvl5pPr>
            <a:lvl6pPr marL="609443" algn="l" rtl="0" eaLnBrk="1" fontAlgn="base" hangingPunct="1">
              <a:spcBef>
                <a:spcPct val="0"/>
              </a:spcBef>
              <a:spcAft>
                <a:spcPct val="0"/>
              </a:spcAft>
              <a:buFont typeface="Arial" pitchFamily="-105" charset="-52"/>
              <a:defRPr sz="3500">
                <a:solidFill>
                  <a:schemeClr val="tx1"/>
                </a:solidFill>
                <a:latin typeface="Arial" pitchFamily="-105" charset="-52"/>
                <a:ea typeface="Arial" pitchFamily="-105" charset="-52"/>
                <a:cs typeface="Arial" pitchFamily="-105" charset="-52"/>
              </a:defRPr>
            </a:lvl6pPr>
            <a:lvl7pPr marL="1218885" algn="l" rtl="0" eaLnBrk="1" fontAlgn="base" hangingPunct="1">
              <a:spcBef>
                <a:spcPct val="0"/>
              </a:spcBef>
              <a:spcAft>
                <a:spcPct val="0"/>
              </a:spcAft>
              <a:buFont typeface="Arial" pitchFamily="-105" charset="-52"/>
              <a:defRPr sz="3500">
                <a:solidFill>
                  <a:schemeClr val="tx1"/>
                </a:solidFill>
                <a:latin typeface="Arial" pitchFamily="-105" charset="-52"/>
                <a:ea typeface="Arial" pitchFamily="-105" charset="-52"/>
                <a:cs typeface="Arial" pitchFamily="-105" charset="-52"/>
              </a:defRPr>
            </a:lvl7pPr>
            <a:lvl8pPr marL="1828328" algn="l" rtl="0" eaLnBrk="1" fontAlgn="base" hangingPunct="1">
              <a:spcBef>
                <a:spcPct val="0"/>
              </a:spcBef>
              <a:spcAft>
                <a:spcPct val="0"/>
              </a:spcAft>
              <a:buFont typeface="Arial" pitchFamily="-105" charset="-52"/>
              <a:defRPr sz="3500">
                <a:solidFill>
                  <a:schemeClr val="tx1"/>
                </a:solidFill>
                <a:latin typeface="Arial" pitchFamily="-105" charset="-52"/>
                <a:ea typeface="Arial" pitchFamily="-105" charset="-52"/>
                <a:cs typeface="Arial" pitchFamily="-105" charset="-52"/>
              </a:defRPr>
            </a:lvl8pPr>
            <a:lvl9pPr marL="2437771" algn="l" rtl="0" eaLnBrk="1" fontAlgn="base" hangingPunct="1">
              <a:spcBef>
                <a:spcPct val="0"/>
              </a:spcBef>
              <a:spcAft>
                <a:spcPct val="0"/>
              </a:spcAft>
              <a:buFont typeface="Arial" pitchFamily="-105" charset="-52"/>
              <a:defRPr sz="3500">
                <a:solidFill>
                  <a:schemeClr val="tx1"/>
                </a:solidFill>
                <a:latin typeface="Arial" pitchFamily="-105" charset="-52"/>
                <a:ea typeface="Arial" pitchFamily="-105" charset="-52"/>
                <a:cs typeface="Arial" pitchFamily="-105" charset="-52"/>
              </a:defRPr>
            </a:lvl9pPr>
          </a:lstStyle>
          <a:p>
            <a:r>
              <a:rPr lang="en-US" sz="11498" dirty="0" err="1">
                <a:solidFill>
                  <a:schemeClr val="tx1"/>
                </a:solidFill>
              </a:rPr>
              <a:t>CoN</a:t>
            </a:r>
            <a:endParaRPr lang="en-US" sz="11498" dirty="0">
              <a:solidFill>
                <a:schemeClr val="tx1"/>
              </a:solidFill>
            </a:endParaRPr>
          </a:p>
          <a:p>
            <a:r>
              <a:rPr lang="en-US" sz="11498" dirty="0">
                <a:solidFill>
                  <a:schemeClr val="tx1"/>
                </a:solidFill>
              </a:rPr>
              <a:t>tent</a:t>
            </a:r>
          </a:p>
        </p:txBody>
      </p:sp>
      <p:sp>
        <p:nvSpPr>
          <p:cNvPr id="24" name="Slide Number Placeholder 23">
            <a:extLst>
              <a:ext uri="{FF2B5EF4-FFF2-40B4-BE49-F238E27FC236}">
                <a16:creationId xmlns:a16="http://schemas.microsoft.com/office/drawing/2014/main" id="{4D34D136-D983-B649-A770-B71844EED4EE}"/>
              </a:ext>
            </a:extLst>
          </p:cNvPr>
          <p:cNvSpPr>
            <a:spLocks noGrp="1"/>
          </p:cNvSpPr>
          <p:nvPr>
            <p:ph type="sldNum" sz="quarter" idx="35"/>
          </p:nvPr>
        </p:nvSpPr>
        <p:spPr/>
        <p:txBody>
          <a:bodyPr/>
          <a:lstStyle/>
          <a:p>
            <a:pPr>
              <a:defRPr/>
            </a:pPr>
            <a:fld id="{90CBDC3A-D49F-4631-A8C7-55D59B33E5FA}" type="slidenum">
              <a:rPr lang="en-US" smtClean="0">
                <a:solidFill>
                  <a:schemeClr val="tx1"/>
                </a:solidFill>
              </a:rPr>
              <a:pPr>
                <a:defRPr/>
              </a:pPr>
              <a:t>4</a:t>
            </a:fld>
            <a:endParaRPr lang="en-US" dirty="0">
              <a:solidFill>
                <a:schemeClr val="tx1"/>
              </a:solidFill>
            </a:endParaRPr>
          </a:p>
        </p:txBody>
      </p:sp>
      <p:sp>
        <p:nvSpPr>
          <p:cNvPr id="4" name="Footer Placeholder 3">
            <a:extLst>
              <a:ext uri="{FF2B5EF4-FFF2-40B4-BE49-F238E27FC236}">
                <a16:creationId xmlns:a16="http://schemas.microsoft.com/office/drawing/2014/main" id="{F98D3E43-FDCF-414D-AE6C-C4903D0D2E68}"/>
              </a:ext>
            </a:extLst>
          </p:cNvPr>
          <p:cNvSpPr>
            <a:spLocks noGrp="1"/>
          </p:cNvSpPr>
          <p:nvPr>
            <p:ph type="ftr" sz="quarter" idx="34"/>
          </p:nvPr>
        </p:nvSpPr>
        <p:spPr/>
        <p:txBody>
          <a:bodyPr/>
          <a:lstStyle/>
          <a:p>
            <a:endParaRPr lang="en-AU" dirty="0"/>
          </a:p>
        </p:txBody>
      </p:sp>
    </p:spTree>
    <p:extLst>
      <p:ext uri="{BB962C8B-B14F-4D97-AF65-F5344CB8AC3E}">
        <p14:creationId xmlns:p14="http://schemas.microsoft.com/office/powerpoint/2010/main" val="349049664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CC63489A-53A1-C54E-AF09-52EBD1B39CFF}"/>
              </a:ext>
            </a:extLst>
          </p:cNvPr>
          <p:cNvPicPr>
            <a:picLocks noChangeAspect="1"/>
          </p:cNvPicPr>
          <p:nvPr/>
        </p:nvPicPr>
        <p:blipFill>
          <a:blip r:embed="rId2">
            <a:alphaModFix amt="70000"/>
            <a:extLst>
              <a:ext uri="{28A0092B-C50C-407E-A947-70E740481C1C}">
                <a14:useLocalDpi xmlns:a14="http://schemas.microsoft.com/office/drawing/2010/main"/>
              </a:ext>
            </a:extLst>
          </a:blip>
          <a:stretch>
            <a:fillRect/>
          </a:stretch>
        </p:blipFill>
        <p:spPr>
          <a:xfrm>
            <a:off x="3844" y="444"/>
            <a:ext cx="12185058" cy="6857525"/>
          </a:xfrm>
          <a:prstGeom prst="rect">
            <a:avLst/>
          </a:prstGeom>
        </p:spPr>
      </p:pic>
      <p:sp>
        <p:nvSpPr>
          <p:cNvPr id="5" name="TextBox 4">
            <a:extLst>
              <a:ext uri="{FF2B5EF4-FFF2-40B4-BE49-F238E27FC236}">
                <a16:creationId xmlns:a16="http://schemas.microsoft.com/office/drawing/2014/main" id="{F430353E-471C-D848-B056-834854BADE61}"/>
              </a:ext>
            </a:extLst>
          </p:cNvPr>
          <p:cNvSpPr txBox="1"/>
          <p:nvPr/>
        </p:nvSpPr>
        <p:spPr>
          <a:xfrm>
            <a:off x="315524" y="1346143"/>
            <a:ext cx="4722090" cy="1412694"/>
          </a:xfrm>
          <a:prstGeom prst="rect">
            <a:avLst/>
          </a:prstGeom>
          <a:noFill/>
        </p:spPr>
        <p:txBody>
          <a:bodyPr wrap="square" lIns="0" tIns="0" rIns="0" bIns="0" rtlCol="0" anchor="b" anchorCtr="0">
            <a:spAutoFit/>
          </a:bodyPr>
          <a:lstStyle/>
          <a:p>
            <a:pPr>
              <a:lnSpc>
                <a:spcPct val="85000"/>
              </a:lnSpc>
            </a:pPr>
            <a:r>
              <a:rPr lang="en-AU" sz="3600" cap="all" dirty="0">
                <a:solidFill>
                  <a:schemeClr val="accent2"/>
                </a:solidFill>
                <a:latin typeface="Graphik Black" panose="020B0503030202060203" pitchFamily="34" charset="77"/>
              </a:rPr>
              <a:t>Models need accuracy and explainability</a:t>
            </a:r>
            <a:endParaRPr lang="en-AU" sz="6600" cap="all" dirty="0">
              <a:solidFill>
                <a:schemeClr val="accent2"/>
              </a:solidFill>
              <a:latin typeface="Graphik Black" panose="020B0503030202060203" pitchFamily="34" charset="77"/>
            </a:endParaRPr>
          </a:p>
        </p:txBody>
      </p:sp>
      <p:sp>
        <p:nvSpPr>
          <p:cNvPr id="6" name="Text Placeholder 7">
            <a:extLst>
              <a:ext uri="{FF2B5EF4-FFF2-40B4-BE49-F238E27FC236}">
                <a16:creationId xmlns:a16="http://schemas.microsoft.com/office/drawing/2014/main" id="{6DCE1A3C-8351-F942-BAF4-09AF4263B156}"/>
              </a:ext>
            </a:extLst>
          </p:cNvPr>
          <p:cNvSpPr txBox="1">
            <a:spLocks/>
          </p:cNvSpPr>
          <p:nvPr/>
        </p:nvSpPr>
        <p:spPr>
          <a:xfrm>
            <a:off x="7662562" y="3751819"/>
            <a:ext cx="4166955" cy="1851168"/>
          </a:xfrm>
          <a:prstGeom prst="rect">
            <a:avLst/>
          </a:prstGeom>
        </p:spPr>
        <p:txBody>
          <a:bodyPr lIns="0" tIns="0" rIns="0" bIns="0"/>
          <a:lstStyle>
            <a:lvl1pPr marL="0" indent="0" algn="l" rtl="0" eaLnBrk="1" fontAlgn="base" hangingPunct="1">
              <a:lnSpc>
                <a:spcPct val="110000"/>
              </a:lnSpc>
              <a:spcBef>
                <a:spcPts val="1200"/>
              </a:spcBef>
              <a:spcAft>
                <a:spcPct val="0"/>
              </a:spcAft>
              <a:buFont typeface="Arial" pitchFamily="34" charset="0"/>
              <a:buNone/>
              <a:defRPr sz="1800" kern="1200">
                <a:solidFill>
                  <a:schemeClr val="tx1"/>
                </a:solidFill>
                <a:latin typeface="Arial" panose="020B0604020202020204" pitchFamily="34" charset="0"/>
                <a:ea typeface="Roboto" panose="02000000000000000000" pitchFamily="2" charset="0"/>
                <a:cs typeface="Arial" panose="020B0604020202020204" pitchFamily="34" charset="0"/>
              </a:defRPr>
            </a:lvl1pPr>
            <a:lvl2pPr marL="216000" indent="-216000" algn="l" rtl="0" eaLnBrk="1" fontAlgn="base" hangingPunct="1">
              <a:lnSpc>
                <a:spcPct val="110000"/>
              </a:lnSpc>
              <a:spcBef>
                <a:spcPts val="800"/>
              </a:spcBef>
              <a:spcAft>
                <a:spcPct val="0"/>
              </a:spcAft>
              <a:buFont typeface="Arial" pitchFamily="34" charset="0"/>
              <a:buChar char="•"/>
              <a:defRPr sz="1800" kern="1200">
                <a:solidFill>
                  <a:schemeClr val="tx1"/>
                </a:solidFill>
                <a:latin typeface="Arial" panose="020B0604020202020204" pitchFamily="34" charset="0"/>
                <a:ea typeface="Roboto" panose="02000000000000000000" pitchFamily="2" charset="0"/>
                <a:cs typeface="Arial" panose="020B0604020202020204" pitchFamily="34" charset="0"/>
              </a:defRPr>
            </a:lvl2pPr>
            <a:lvl3pPr marL="432000" indent="-216000" algn="l" rtl="0" eaLnBrk="1" fontAlgn="base" hangingPunct="1">
              <a:lnSpc>
                <a:spcPct val="110000"/>
              </a:lnSpc>
              <a:spcBef>
                <a:spcPts val="800"/>
              </a:spcBef>
              <a:spcAft>
                <a:spcPct val="0"/>
              </a:spcAft>
              <a:buFont typeface="Arial" pitchFamily="34" charset="0"/>
              <a:buChar char="‒"/>
              <a:tabLst/>
              <a:defRPr sz="1800" kern="1200">
                <a:solidFill>
                  <a:schemeClr val="tx1"/>
                </a:solidFill>
                <a:latin typeface="Arial" panose="020B0604020202020204" pitchFamily="34" charset="0"/>
                <a:ea typeface="Roboto" panose="02000000000000000000" pitchFamily="2" charset="0"/>
                <a:cs typeface="Arial" panose="020B0604020202020204" pitchFamily="34" charset="0"/>
              </a:defRPr>
            </a:lvl3pPr>
            <a:lvl4pPr marL="612000" indent="-216000" algn="l" rtl="0" eaLnBrk="1" fontAlgn="base" hangingPunct="1">
              <a:lnSpc>
                <a:spcPct val="110000"/>
              </a:lnSpc>
              <a:spcBef>
                <a:spcPts val="800"/>
              </a:spcBef>
              <a:spcAft>
                <a:spcPct val="0"/>
              </a:spcAft>
              <a:buFont typeface="Arial" pitchFamily="34" charset="0"/>
              <a:buChar char="•"/>
              <a:defRPr sz="1800" kern="1200">
                <a:solidFill>
                  <a:schemeClr val="tx1"/>
                </a:solidFill>
                <a:latin typeface="Arial" panose="020B0604020202020204" pitchFamily="34" charset="0"/>
                <a:ea typeface="Roboto" panose="02000000000000000000" pitchFamily="2" charset="0"/>
                <a:cs typeface="Arial" panose="020B0604020202020204" pitchFamily="34" charset="0"/>
              </a:defRPr>
            </a:lvl4pPr>
            <a:lvl5pPr marL="864000" indent="-216000" algn="l" rtl="0" eaLnBrk="1" fontAlgn="base" hangingPunct="1">
              <a:lnSpc>
                <a:spcPct val="110000"/>
              </a:lnSpc>
              <a:spcBef>
                <a:spcPts val="800"/>
              </a:spcBef>
              <a:spcAft>
                <a:spcPct val="0"/>
              </a:spcAft>
              <a:buFont typeface="Arial" pitchFamily="34" charset="0"/>
              <a:buChar char="‒"/>
              <a:defRPr sz="1800" kern="1200">
                <a:solidFill>
                  <a:schemeClr val="tx1"/>
                </a:solidFill>
                <a:latin typeface="Arial" panose="020B0604020202020204" pitchFamily="34" charset="0"/>
                <a:ea typeface="Roboto" panose="02000000000000000000" pitchFamily="2" charset="0"/>
                <a:cs typeface="Arial" panose="020B0604020202020204" pitchFamily="34" charset="0"/>
              </a:defRPr>
            </a:lvl5pPr>
            <a:lvl6pPr marL="3351933" indent="-304723" algn="l" defTabSz="1218885" rtl="0" eaLnBrk="1" latinLnBrk="0" hangingPunct="1">
              <a:spcBef>
                <a:spcPct val="20000"/>
              </a:spcBef>
              <a:buFont typeface="Arial" pitchFamily="34" charset="0"/>
              <a:buChar char="•"/>
              <a:defRPr sz="2700" kern="1200">
                <a:solidFill>
                  <a:schemeClr val="tx1"/>
                </a:solidFill>
                <a:latin typeface="+mn-lt"/>
                <a:ea typeface="+mn-ea"/>
                <a:cs typeface="+mn-cs"/>
              </a:defRPr>
            </a:lvl6pPr>
            <a:lvl7pPr marL="3961376" indent="-304723" algn="l" defTabSz="1218885" rtl="0" eaLnBrk="1" latinLnBrk="0" hangingPunct="1">
              <a:spcBef>
                <a:spcPct val="20000"/>
              </a:spcBef>
              <a:buFont typeface="Arial" pitchFamily="34" charset="0"/>
              <a:buChar char="•"/>
              <a:defRPr sz="2700" kern="1200">
                <a:solidFill>
                  <a:schemeClr val="tx1"/>
                </a:solidFill>
                <a:latin typeface="+mn-lt"/>
                <a:ea typeface="+mn-ea"/>
                <a:cs typeface="+mn-cs"/>
              </a:defRPr>
            </a:lvl7pPr>
            <a:lvl8pPr marL="4570819" indent="-304723" algn="l" defTabSz="1218885" rtl="0" eaLnBrk="1" latinLnBrk="0" hangingPunct="1">
              <a:spcBef>
                <a:spcPct val="20000"/>
              </a:spcBef>
              <a:buFont typeface="Arial" pitchFamily="34" charset="0"/>
              <a:buChar char="•"/>
              <a:defRPr sz="2700" kern="1200">
                <a:solidFill>
                  <a:schemeClr val="tx1"/>
                </a:solidFill>
                <a:latin typeface="+mn-lt"/>
                <a:ea typeface="+mn-ea"/>
                <a:cs typeface="+mn-cs"/>
              </a:defRPr>
            </a:lvl8pPr>
            <a:lvl9pPr marL="5180261" indent="-304723" algn="l" defTabSz="1218885" rtl="0" eaLnBrk="1" latinLnBrk="0" hangingPunct="1">
              <a:spcBef>
                <a:spcPct val="20000"/>
              </a:spcBef>
              <a:buFont typeface="Arial" pitchFamily="34" charset="0"/>
              <a:buChar char="•"/>
              <a:defRPr sz="2700" kern="1200">
                <a:solidFill>
                  <a:schemeClr val="tx1"/>
                </a:solidFill>
                <a:latin typeface="+mn-lt"/>
                <a:ea typeface="+mn-ea"/>
                <a:cs typeface="+mn-cs"/>
              </a:defRPr>
            </a:lvl9pPr>
          </a:lstStyle>
          <a:p>
            <a:pPr marL="179964" lvl="2" indent="-179964">
              <a:lnSpc>
                <a:spcPct val="100000"/>
              </a:lnSpc>
              <a:buFont typeface="Arial" pitchFamily="34" charset="0"/>
              <a:buChar char="•"/>
            </a:pPr>
            <a:r>
              <a:rPr lang="en-US" sz="1600" dirty="0">
                <a:solidFill>
                  <a:schemeClr val="bg1"/>
                </a:solidFill>
                <a:latin typeface="Graphik" panose="020B0503030202060203" pitchFamily="34" charset="77"/>
              </a:rPr>
              <a:t>Lime and Shap</a:t>
            </a:r>
          </a:p>
          <a:p>
            <a:pPr marL="179964" lvl="2" indent="-179964">
              <a:lnSpc>
                <a:spcPct val="100000"/>
              </a:lnSpc>
              <a:buFont typeface="Arial" pitchFamily="34" charset="0"/>
              <a:buChar char="•"/>
            </a:pPr>
            <a:r>
              <a:rPr lang="en-US" sz="1600" dirty="0">
                <a:solidFill>
                  <a:schemeClr val="bg1"/>
                </a:solidFill>
                <a:latin typeface="Graphik" panose="020B0503030202060203" pitchFamily="34" charset="77"/>
              </a:rPr>
              <a:t>Evaluation of explainers</a:t>
            </a:r>
          </a:p>
          <a:p>
            <a:pPr marL="179964" lvl="2" indent="-179964">
              <a:lnSpc>
                <a:spcPct val="100000"/>
              </a:lnSpc>
              <a:buFont typeface="Arial" pitchFamily="34" charset="0"/>
              <a:buChar char="•"/>
            </a:pPr>
            <a:endParaRPr lang="en-US" sz="1600" dirty="0">
              <a:solidFill>
                <a:schemeClr val="bg1"/>
              </a:solidFill>
              <a:latin typeface="Graphik" panose="020B0503030202060203" pitchFamily="34" charset="77"/>
            </a:endParaRPr>
          </a:p>
          <a:p>
            <a:pPr marL="179964" lvl="2" indent="-179964">
              <a:lnSpc>
                <a:spcPct val="100000"/>
              </a:lnSpc>
              <a:buFont typeface="Arial" pitchFamily="34" charset="0"/>
              <a:buChar char="•"/>
            </a:pPr>
            <a:r>
              <a:rPr lang="en-US" sz="1600" dirty="0">
                <a:solidFill>
                  <a:schemeClr val="bg1"/>
                </a:solidFill>
                <a:latin typeface="Graphik" panose="020B0503030202060203" pitchFamily="34" charset="77"/>
              </a:rPr>
              <a:t>Explanation methods may gap the bridge between accuracy and explainability</a:t>
            </a:r>
          </a:p>
        </p:txBody>
      </p:sp>
      <p:sp>
        <p:nvSpPr>
          <p:cNvPr id="7" name="Text Placeholder 2">
            <a:extLst>
              <a:ext uri="{FF2B5EF4-FFF2-40B4-BE49-F238E27FC236}">
                <a16:creationId xmlns:a16="http://schemas.microsoft.com/office/drawing/2014/main" id="{DADF8CC9-3818-E540-9147-C9F070384F72}"/>
              </a:ext>
            </a:extLst>
          </p:cNvPr>
          <p:cNvSpPr txBox="1">
            <a:spLocks/>
          </p:cNvSpPr>
          <p:nvPr/>
        </p:nvSpPr>
        <p:spPr>
          <a:xfrm>
            <a:off x="7564949" y="3023507"/>
            <a:ext cx="3676208" cy="881961"/>
          </a:xfrm>
          <a:prstGeom prst="rect">
            <a:avLst/>
          </a:prstGeom>
        </p:spPr>
        <p:txBody>
          <a:bodyPr lIns="0" tIns="0" rIns="0" bIns="0"/>
          <a:lstStyle>
            <a:lvl1pPr marL="0" indent="0" algn="l" rtl="0" eaLnBrk="1" fontAlgn="base" hangingPunct="1">
              <a:lnSpc>
                <a:spcPct val="110000"/>
              </a:lnSpc>
              <a:spcBef>
                <a:spcPts val="1200"/>
              </a:spcBef>
              <a:spcAft>
                <a:spcPct val="0"/>
              </a:spcAft>
              <a:buFont typeface="Arial" pitchFamily="34" charset="0"/>
              <a:buNone/>
              <a:defRPr sz="1800" kern="1200">
                <a:solidFill>
                  <a:schemeClr val="tx1"/>
                </a:solidFill>
                <a:latin typeface="Arial" panose="020B0604020202020204" pitchFamily="34" charset="0"/>
                <a:ea typeface="Roboto" panose="02000000000000000000" pitchFamily="2" charset="0"/>
                <a:cs typeface="Arial" panose="020B0604020202020204" pitchFamily="34" charset="0"/>
              </a:defRPr>
            </a:lvl1pPr>
            <a:lvl2pPr marL="216000" indent="-216000" algn="l" rtl="0" eaLnBrk="1" fontAlgn="base" hangingPunct="1">
              <a:lnSpc>
                <a:spcPct val="110000"/>
              </a:lnSpc>
              <a:spcBef>
                <a:spcPts val="800"/>
              </a:spcBef>
              <a:spcAft>
                <a:spcPct val="0"/>
              </a:spcAft>
              <a:buFont typeface="Arial" pitchFamily="34" charset="0"/>
              <a:buChar char="•"/>
              <a:defRPr sz="1800" kern="1200">
                <a:solidFill>
                  <a:schemeClr val="tx1"/>
                </a:solidFill>
                <a:latin typeface="Arial" panose="020B0604020202020204" pitchFamily="34" charset="0"/>
                <a:ea typeface="Roboto" panose="02000000000000000000" pitchFamily="2" charset="0"/>
                <a:cs typeface="Arial" panose="020B0604020202020204" pitchFamily="34" charset="0"/>
              </a:defRPr>
            </a:lvl2pPr>
            <a:lvl3pPr marL="432000" indent="-216000" algn="l" rtl="0" eaLnBrk="1" fontAlgn="base" hangingPunct="1">
              <a:lnSpc>
                <a:spcPct val="110000"/>
              </a:lnSpc>
              <a:spcBef>
                <a:spcPts val="800"/>
              </a:spcBef>
              <a:spcAft>
                <a:spcPct val="0"/>
              </a:spcAft>
              <a:buFont typeface="Arial" pitchFamily="34" charset="0"/>
              <a:buChar char="‒"/>
              <a:tabLst/>
              <a:defRPr sz="1800" kern="1200">
                <a:solidFill>
                  <a:schemeClr val="tx1"/>
                </a:solidFill>
                <a:latin typeface="Arial" panose="020B0604020202020204" pitchFamily="34" charset="0"/>
                <a:ea typeface="Roboto" panose="02000000000000000000" pitchFamily="2" charset="0"/>
                <a:cs typeface="Arial" panose="020B0604020202020204" pitchFamily="34" charset="0"/>
              </a:defRPr>
            </a:lvl3pPr>
            <a:lvl4pPr marL="612000" indent="-216000" algn="l" rtl="0" eaLnBrk="1" fontAlgn="base" hangingPunct="1">
              <a:lnSpc>
                <a:spcPct val="110000"/>
              </a:lnSpc>
              <a:spcBef>
                <a:spcPts val="800"/>
              </a:spcBef>
              <a:spcAft>
                <a:spcPct val="0"/>
              </a:spcAft>
              <a:buFont typeface="Arial" pitchFamily="34" charset="0"/>
              <a:buChar char="•"/>
              <a:defRPr sz="1800" kern="1200">
                <a:solidFill>
                  <a:schemeClr val="tx1"/>
                </a:solidFill>
                <a:latin typeface="Arial" panose="020B0604020202020204" pitchFamily="34" charset="0"/>
                <a:ea typeface="Roboto" panose="02000000000000000000" pitchFamily="2" charset="0"/>
                <a:cs typeface="Arial" panose="020B0604020202020204" pitchFamily="34" charset="0"/>
              </a:defRPr>
            </a:lvl4pPr>
            <a:lvl5pPr marL="864000" indent="-216000" algn="l" rtl="0" eaLnBrk="1" fontAlgn="base" hangingPunct="1">
              <a:lnSpc>
                <a:spcPct val="110000"/>
              </a:lnSpc>
              <a:spcBef>
                <a:spcPts val="800"/>
              </a:spcBef>
              <a:spcAft>
                <a:spcPct val="0"/>
              </a:spcAft>
              <a:buFont typeface="Arial" pitchFamily="34" charset="0"/>
              <a:buChar char="‒"/>
              <a:defRPr sz="1800" kern="1200">
                <a:solidFill>
                  <a:schemeClr val="tx1"/>
                </a:solidFill>
                <a:latin typeface="Arial" panose="020B0604020202020204" pitchFamily="34" charset="0"/>
                <a:ea typeface="Roboto" panose="02000000000000000000" pitchFamily="2" charset="0"/>
                <a:cs typeface="Arial" panose="020B0604020202020204" pitchFamily="34" charset="0"/>
              </a:defRPr>
            </a:lvl5pPr>
            <a:lvl6pPr marL="3351933" indent="-304723" algn="l" defTabSz="1218885" rtl="0" eaLnBrk="1" latinLnBrk="0" hangingPunct="1">
              <a:spcBef>
                <a:spcPct val="20000"/>
              </a:spcBef>
              <a:buFont typeface="Arial" pitchFamily="34" charset="0"/>
              <a:buChar char="•"/>
              <a:defRPr sz="2700" kern="1200">
                <a:solidFill>
                  <a:schemeClr val="tx1"/>
                </a:solidFill>
                <a:latin typeface="+mn-lt"/>
                <a:ea typeface="+mn-ea"/>
                <a:cs typeface="+mn-cs"/>
              </a:defRPr>
            </a:lvl6pPr>
            <a:lvl7pPr marL="3961376" indent="-304723" algn="l" defTabSz="1218885" rtl="0" eaLnBrk="1" latinLnBrk="0" hangingPunct="1">
              <a:spcBef>
                <a:spcPct val="20000"/>
              </a:spcBef>
              <a:buFont typeface="Arial" pitchFamily="34" charset="0"/>
              <a:buChar char="•"/>
              <a:defRPr sz="2700" kern="1200">
                <a:solidFill>
                  <a:schemeClr val="tx1"/>
                </a:solidFill>
                <a:latin typeface="+mn-lt"/>
                <a:ea typeface="+mn-ea"/>
                <a:cs typeface="+mn-cs"/>
              </a:defRPr>
            </a:lvl7pPr>
            <a:lvl8pPr marL="4570819" indent="-304723" algn="l" defTabSz="1218885" rtl="0" eaLnBrk="1" latinLnBrk="0" hangingPunct="1">
              <a:spcBef>
                <a:spcPct val="20000"/>
              </a:spcBef>
              <a:buFont typeface="Arial" pitchFamily="34" charset="0"/>
              <a:buChar char="•"/>
              <a:defRPr sz="2700" kern="1200">
                <a:solidFill>
                  <a:schemeClr val="tx1"/>
                </a:solidFill>
                <a:latin typeface="+mn-lt"/>
                <a:ea typeface="+mn-ea"/>
                <a:cs typeface="+mn-cs"/>
              </a:defRPr>
            </a:lvl8pPr>
            <a:lvl9pPr marL="5180261" indent="-304723" algn="l" defTabSz="1218885" rtl="0" eaLnBrk="1" latinLnBrk="0" hangingPunct="1">
              <a:spcBef>
                <a:spcPct val="20000"/>
              </a:spcBef>
              <a:buFont typeface="Arial" pitchFamily="34" charset="0"/>
              <a:buChar char="•"/>
              <a:defRPr sz="2700" kern="1200">
                <a:solidFill>
                  <a:schemeClr val="tx1"/>
                </a:solidFill>
                <a:latin typeface="+mn-lt"/>
                <a:ea typeface="+mn-ea"/>
                <a:cs typeface="+mn-cs"/>
              </a:defRPr>
            </a:lvl9pPr>
          </a:lstStyle>
          <a:p>
            <a:pPr>
              <a:lnSpc>
                <a:spcPct val="80000"/>
              </a:lnSpc>
              <a:spcBef>
                <a:spcPts val="0"/>
              </a:spcBef>
            </a:pPr>
            <a:r>
              <a:rPr lang="en-US" sz="2400" dirty="0">
                <a:solidFill>
                  <a:schemeClr val="accent2"/>
                </a:solidFill>
                <a:latin typeface="Graphik Black" panose="020B0503030202060203" pitchFamily="34" charset="77"/>
              </a:rPr>
              <a:t>EXPLANATION METHODS</a:t>
            </a:r>
          </a:p>
        </p:txBody>
      </p:sp>
      <p:sp>
        <p:nvSpPr>
          <p:cNvPr id="8" name="TextBox 7">
            <a:extLst>
              <a:ext uri="{FF2B5EF4-FFF2-40B4-BE49-F238E27FC236}">
                <a16:creationId xmlns:a16="http://schemas.microsoft.com/office/drawing/2014/main" id="{FEF02853-F947-524E-BCD7-9E15B380C94E}"/>
              </a:ext>
            </a:extLst>
          </p:cNvPr>
          <p:cNvSpPr txBox="1"/>
          <p:nvPr/>
        </p:nvSpPr>
        <p:spPr>
          <a:xfrm>
            <a:off x="360897" y="749385"/>
            <a:ext cx="3565057" cy="359917"/>
          </a:xfrm>
          <a:prstGeom prst="rect">
            <a:avLst/>
          </a:prstGeom>
          <a:noFill/>
          <a:ln>
            <a:noFill/>
          </a:ln>
        </p:spPr>
        <p:txBody>
          <a:bodyPr wrap="square" lIns="0" tIns="0" rIns="0" bIns="0" rtlCol="0" anchor="ctr" anchorCtr="0">
            <a:noAutofit/>
          </a:bodyPr>
          <a:lstStyle/>
          <a:p>
            <a:pPr>
              <a:lnSpc>
                <a:spcPct val="85000"/>
              </a:lnSpc>
            </a:pPr>
            <a:r>
              <a:rPr lang="en-AU" sz="2000" b="1" cap="all" dirty="0">
                <a:solidFill>
                  <a:schemeClr val="bg1"/>
                </a:solidFill>
                <a:latin typeface="Graphik" panose="020B0503030202060203" pitchFamily="34" charset="77"/>
              </a:rPr>
              <a:t> </a:t>
            </a:r>
          </a:p>
        </p:txBody>
      </p:sp>
      <p:sp>
        <p:nvSpPr>
          <p:cNvPr id="3" name="Slide Number Placeholder 2">
            <a:extLst>
              <a:ext uri="{FF2B5EF4-FFF2-40B4-BE49-F238E27FC236}">
                <a16:creationId xmlns:a16="http://schemas.microsoft.com/office/drawing/2014/main" id="{8ACDB24C-5640-754D-9A41-B71562882919}"/>
              </a:ext>
            </a:extLst>
          </p:cNvPr>
          <p:cNvSpPr>
            <a:spLocks noGrp="1"/>
          </p:cNvSpPr>
          <p:nvPr>
            <p:ph type="sldNum" sz="quarter" idx="35"/>
          </p:nvPr>
        </p:nvSpPr>
        <p:spPr/>
        <p:txBody>
          <a:bodyPr/>
          <a:lstStyle/>
          <a:p>
            <a:pPr>
              <a:defRPr/>
            </a:pPr>
            <a:fld id="{90CBDC3A-D49F-4631-A8C7-55D59B33E5FA}" type="slidenum">
              <a:rPr lang="en-US" smtClean="0"/>
              <a:pPr>
                <a:defRPr/>
              </a:pPr>
              <a:t>5</a:t>
            </a:fld>
            <a:endParaRPr lang="en-US" dirty="0"/>
          </a:p>
        </p:txBody>
      </p:sp>
      <p:sp>
        <p:nvSpPr>
          <p:cNvPr id="2" name="Footer Placeholder 1">
            <a:extLst>
              <a:ext uri="{FF2B5EF4-FFF2-40B4-BE49-F238E27FC236}">
                <a16:creationId xmlns:a16="http://schemas.microsoft.com/office/drawing/2014/main" id="{757222D9-C984-4656-905C-D30FCBD7C604}"/>
              </a:ext>
            </a:extLst>
          </p:cNvPr>
          <p:cNvSpPr>
            <a:spLocks noGrp="1"/>
          </p:cNvSpPr>
          <p:nvPr>
            <p:ph type="ftr" sz="quarter" idx="34"/>
          </p:nvPr>
        </p:nvSpPr>
        <p:spPr/>
        <p:txBody>
          <a:bodyPr/>
          <a:lstStyle/>
          <a:p>
            <a:endParaRPr lang="en-AU" dirty="0"/>
          </a:p>
        </p:txBody>
      </p:sp>
    </p:spTree>
    <p:extLst>
      <p:ext uri="{BB962C8B-B14F-4D97-AF65-F5344CB8AC3E}">
        <p14:creationId xmlns:p14="http://schemas.microsoft.com/office/powerpoint/2010/main" val="16579323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188D6C62-AD39-8C4F-B307-6B3BFE9FF6E8}"/>
              </a:ext>
            </a:extLst>
          </p:cNvPr>
          <p:cNvPicPr>
            <a:picLocks noChangeAspect="1"/>
          </p:cNvPicPr>
          <p:nvPr/>
        </p:nvPicPr>
        <p:blipFill>
          <a:blip r:embed="rId2">
            <a:alphaModFix amt="70000"/>
            <a:extLst>
              <a:ext uri="{28A0092B-C50C-407E-A947-70E740481C1C}">
                <a14:useLocalDpi xmlns:a14="http://schemas.microsoft.com/office/drawing/2010/main"/>
              </a:ext>
            </a:extLst>
          </a:blip>
          <a:stretch>
            <a:fillRect/>
          </a:stretch>
        </p:blipFill>
        <p:spPr>
          <a:xfrm>
            <a:off x="3792" y="417"/>
            <a:ext cx="12185110" cy="6857554"/>
          </a:xfrm>
          <a:prstGeom prst="rect">
            <a:avLst/>
          </a:prstGeom>
        </p:spPr>
      </p:pic>
      <p:grpSp>
        <p:nvGrpSpPr>
          <p:cNvPr id="7" name="Group 6">
            <a:extLst>
              <a:ext uri="{FF2B5EF4-FFF2-40B4-BE49-F238E27FC236}">
                <a16:creationId xmlns:a16="http://schemas.microsoft.com/office/drawing/2014/main" id="{55FB1743-9BD8-2F40-9355-F3E425538381}"/>
              </a:ext>
            </a:extLst>
          </p:cNvPr>
          <p:cNvGrpSpPr/>
          <p:nvPr/>
        </p:nvGrpSpPr>
        <p:grpSpPr>
          <a:xfrm>
            <a:off x="1119905" y="1386304"/>
            <a:ext cx="4889064" cy="2153214"/>
            <a:chOff x="1116372" y="1854297"/>
            <a:chExt cx="4890196" cy="2153712"/>
          </a:xfrm>
        </p:grpSpPr>
        <p:sp>
          <p:nvSpPr>
            <p:cNvPr id="5" name="Text Placeholder 7">
              <a:extLst>
                <a:ext uri="{FF2B5EF4-FFF2-40B4-BE49-F238E27FC236}">
                  <a16:creationId xmlns:a16="http://schemas.microsoft.com/office/drawing/2014/main" id="{0065D296-A482-0D4D-91CA-E4FE8E18B435}"/>
                </a:ext>
              </a:extLst>
            </p:cNvPr>
            <p:cNvSpPr txBox="1">
              <a:spLocks/>
            </p:cNvSpPr>
            <p:nvPr/>
          </p:nvSpPr>
          <p:spPr>
            <a:xfrm>
              <a:off x="1116372" y="3114737"/>
              <a:ext cx="4890196" cy="893272"/>
            </a:xfrm>
            <a:prstGeom prst="rect">
              <a:avLst/>
            </a:prstGeom>
          </p:spPr>
          <p:txBody>
            <a:bodyPr wrap="square" lIns="0" tIns="0" rIns="0" bIns="0">
              <a:spAutoFit/>
            </a:bodyPr>
            <a:lstStyle>
              <a:lvl1pPr marL="0" indent="0" algn="l" rtl="0" eaLnBrk="1" fontAlgn="base" hangingPunct="1">
                <a:lnSpc>
                  <a:spcPct val="110000"/>
                </a:lnSpc>
                <a:spcBef>
                  <a:spcPts val="1200"/>
                </a:spcBef>
                <a:spcAft>
                  <a:spcPct val="0"/>
                </a:spcAft>
                <a:buFont typeface="Arial" pitchFamily="34" charset="0"/>
                <a:buNone/>
                <a:defRPr sz="1800" kern="1200">
                  <a:solidFill>
                    <a:schemeClr val="tx1"/>
                  </a:solidFill>
                  <a:latin typeface="Arial" panose="020B0604020202020204" pitchFamily="34" charset="0"/>
                  <a:ea typeface="Roboto" panose="02000000000000000000" pitchFamily="2" charset="0"/>
                  <a:cs typeface="Arial" panose="020B0604020202020204" pitchFamily="34" charset="0"/>
                </a:defRPr>
              </a:lvl1pPr>
              <a:lvl2pPr marL="216000" indent="-216000" algn="l" rtl="0" eaLnBrk="1" fontAlgn="base" hangingPunct="1">
                <a:lnSpc>
                  <a:spcPct val="110000"/>
                </a:lnSpc>
                <a:spcBef>
                  <a:spcPts val="800"/>
                </a:spcBef>
                <a:spcAft>
                  <a:spcPct val="0"/>
                </a:spcAft>
                <a:buFont typeface="Arial" pitchFamily="34" charset="0"/>
                <a:buChar char="•"/>
                <a:defRPr sz="1800" kern="1200">
                  <a:solidFill>
                    <a:schemeClr val="tx1"/>
                  </a:solidFill>
                  <a:latin typeface="Arial" panose="020B0604020202020204" pitchFamily="34" charset="0"/>
                  <a:ea typeface="Roboto" panose="02000000000000000000" pitchFamily="2" charset="0"/>
                  <a:cs typeface="Arial" panose="020B0604020202020204" pitchFamily="34" charset="0"/>
                </a:defRPr>
              </a:lvl2pPr>
              <a:lvl3pPr marL="432000" indent="-216000" algn="l" rtl="0" eaLnBrk="1" fontAlgn="base" hangingPunct="1">
                <a:lnSpc>
                  <a:spcPct val="110000"/>
                </a:lnSpc>
                <a:spcBef>
                  <a:spcPts val="800"/>
                </a:spcBef>
                <a:spcAft>
                  <a:spcPct val="0"/>
                </a:spcAft>
                <a:buFont typeface="Arial" pitchFamily="34" charset="0"/>
                <a:buChar char="‒"/>
                <a:tabLst/>
                <a:defRPr sz="1800" kern="1200">
                  <a:solidFill>
                    <a:schemeClr val="tx1"/>
                  </a:solidFill>
                  <a:latin typeface="Arial" panose="020B0604020202020204" pitchFamily="34" charset="0"/>
                  <a:ea typeface="Roboto" panose="02000000000000000000" pitchFamily="2" charset="0"/>
                  <a:cs typeface="Arial" panose="020B0604020202020204" pitchFamily="34" charset="0"/>
                </a:defRPr>
              </a:lvl3pPr>
              <a:lvl4pPr marL="612000" indent="-216000" algn="l" rtl="0" eaLnBrk="1" fontAlgn="base" hangingPunct="1">
                <a:lnSpc>
                  <a:spcPct val="110000"/>
                </a:lnSpc>
                <a:spcBef>
                  <a:spcPts val="800"/>
                </a:spcBef>
                <a:spcAft>
                  <a:spcPct val="0"/>
                </a:spcAft>
                <a:buFont typeface="Arial" pitchFamily="34" charset="0"/>
                <a:buChar char="•"/>
                <a:defRPr sz="1800" kern="1200">
                  <a:solidFill>
                    <a:schemeClr val="tx1"/>
                  </a:solidFill>
                  <a:latin typeface="Arial" panose="020B0604020202020204" pitchFamily="34" charset="0"/>
                  <a:ea typeface="Roboto" panose="02000000000000000000" pitchFamily="2" charset="0"/>
                  <a:cs typeface="Arial" panose="020B0604020202020204" pitchFamily="34" charset="0"/>
                </a:defRPr>
              </a:lvl4pPr>
              <a:lvl5pPr marL="864000" indent="-216000" algn="l" rtl="0" eaLnBrk="1" fontAlgn="base" hangingPunct="1">
                <a:lnSpc>
                  <a:spcPct val="110000"/>
                </a:lnSpc>
                <a:spcBef>
                  <a:spcPts val="800"/>
                </a:spcBef>
                <a:spcAft>
                  <a:spcPct val="0"/>
                </a:spcAft>
                <a:buFont typeface="Arial" pitchFamily="34" charset="0"/>
                <a:buChar char="‒"/>
                <a:defRPr sz="1800" kern="1200">
                  <a:solidFill>
                    <a:schemeClr val="tx1"/>
                  </a:solidFill>
                  <a:latin typeface="Arial" panose="020B0604020202020204" pitchFamily="34" charset="0"/>
                  <a:ea typeface="Roboto" panose="02000000000000000000" pitchFamily="2" charset="0"/>
                  <a:cs typeface="Arial" panose="020B0604020202020204" pitchFamily="34" charset="0"/>
                </a:defRPr>
              </a:lvl5pPr>
              <a:lvl6pPr marL="3351933" indent="-304723" algn="l" defTabSz="1218885" rtl="0" eaLnBrk="1" latinLnBrk="0" hangingPunct="1">
                <a:spcBef>
                  <a:spcPct val="20000"/>
                </a:spcBef>
                <a:buFont typeface="Arial" pitchFamily="34" charset="0"/>
                <a:buChar char="•"/>
                <a:defRPr sz="2700" kern="1200">
                  <a:solidFill>
                    <a:schemeClr val="tx1"/>
                  </a:solidFill>
                  <a:latin typeface="+mn-lt"/>
                  <a:ea typeface="+mn-ea"/>
                  <a:cs typeface="+mn-cs"/>
                </a:defRPr>
              </a:lvl6pPr>
              <a:lvl7pPr marL="3961376" indent="-304723" algn="l" defTabSz="1218885" rtl="0" eaLnBrk="1" latinLnBrk="0" hangingPunct="1">
                <a:spcBef>
                  <a:spcPct val="20000"/>
                </a:spcBef>
                <a:buFont typeface="Arial" pitchFamily="34" charset="0"/>
                <a:buChar char="•"/>
                <a:defRPr sz="2700" kern="1200">
                  <a:solidFill>
                    <a:schemeClr val="tx1"/>
                  </a:solidFill>
                  <a:latin typeface="+mn-lt"/>
                  <a:ea typeface="+mn-ea"/>
                  <a:cs typeface="+mn-cs"/>
                </a:defRPr>
              </a:lvl7pPr>
              <a:lvl8pPr marL="4570819" indent="-304723" algn="l" defTabSz="1218885" rtl="0" eaLnBrk="1" latinLnBrk="0" hangingPunct="1">
                <a:spcBef>
                  <a:spcPct val="20000"/>
                </a:spcBef>
                <a:buFont typeface="Arial" pitchFamily="34" charset="0"/>
                <a:buChar char="•"/>
                <a:defRPr sz="2700" kern="1200">
                  <a:solidFill>
                    <a:schemeClr val="tx1"/>
                  </a:solidFill>
                  <a:latin typeface="+mn-lt"/>
                  <a:ea typeface="+mn-ea"/>
                  <a:cs typeface="+mn-cs"/>
                </a:defRPr>
              </a:lvl8pPr>
              <a:lvl9pPr marL="5180261" indent="-304723" algn="l" defTabSz="1218885" rtl="0" eaLnBrk="1" latinLnBrk="0" hangingPunct="1">
                <a:spcBef>
                  <a:spcPct val="20000"/>
                </a:spcBef>
                <a:buFont typeface="Arial" pitchFamily="34" charset="0"/>
                <a:buChar char="•"/>
                <a:defRPr sz="2700" kern="1200">
                  <a:solidFill>
                    <a:schemeClr val="tx1"/>
                  </a:solidFill>
                  <a:latin typeface="+mn-lt"/>
                  <a:ea typeface="+mn-ea"/>
                  <a:cs typeface="+mn-cs"/>
                </a:defRPr>
              </a:lvl9pPr>
            </a:lstStyle>
            <a:p>
              <a:pPr marL="266647" lvl="2" indent="-266647">
                <a:buFont typeface="Arial" panose="020B0604020202020204" pitchFamily="34" charset="0"/>
                <a:buChar char="•"/>
              </a:pPr>
              <a:r>
                <a:rPr lang="en-US" sz="1600" dirty="0">
                  <a:solidFill>
                    <a:schemeClr val="bg1"/>
                  </a:solidFill>
                  <a:latin typeface="Graphik" panose="020B0503030202060203" pitchFamily="34" charset="77"/>
                </a:rPr>
                <a:t>In theory, Shap is the dominant (linear) explanation </a:t>
              </a:r>
              <a:r>
                <a:rPr lang="en-US" sz="1600" dirty="0" err="1">
                  <a:solidFill>
                    <a:schemeClr val="bg1"/>
                  </a:solidFill>
                  <a:latin typeface="Graphik" panose="020B0503030202060203" pitchFamily="34" charset="77"/>
                </a:rPr>
                <a:t>methoc</a:t>
              </a:r>
              <a:endParaRPr lang="en-US" sz="1600" dirty="0">
                <a:solidFill>
                  <a:schemeClr val="bg1"/>
                </a:solidFill>
                <a:latin typeface="Graphik" panose="020B0503030202060203" pitchFamily="34" charset="77"/>
              </a:endParaRPr>
            </a:p>
            <a:p>
              <a:pPr marL="266647" lvl="2" indent="-266647">
                <a:buFont typeface="Arial" panose="020B0604020202020204" pitchFamily="34" charset="0"/>
                <a:buChar char="•"/>
              </a:pPr>
              <a:r>
                <a:rPr lang="en-US" sz="1600" dirty="0">
                  <a:solidFill>
                    <a:schemeClr val="bg1"/>
                  </a:solidFill>
                  <a:latin typeface="Graphik" panose="020B0503030202060203" pitchFamily="34" charset="77"/>
                </a:rPr>
                <a:t> </a:t>
              </a:r>
            </a:p>
          </p:txBody>
        </p:sp>
        <p:sp>
          <p:nvSpPr>
            <p:cNvPr id="6" name="Text Placeholder 2">
              <a:extLst>
                <a:ext uri="{FF2B5EF4-FFF2-40B4-BE49-F238E27FC236}">
                  <a16:creationId xmlns:a16="http://schemas.microsoft.com/office/drawing/2014/main" id="{C0937FC6-3077-8741-A555-F62A00F75215}"/>
                </a:ext>
              </a:extLst>
            </p:cNvPr>
            <p:cNvSpPr txBox="1">
              <a:spLocks/>
            </p:cNvSpPr>
            <p:nvPr/>
          </p:nvSpPr>
          <p:spPr>
            <a:xfrm>
              <a:off x="1152796" y="1854297"/>
              <a:ext cx="4506362" cy="1219202"/>
            </a:xfrm>
            <a:prstGeom prst="rect">
              <a:avLst/>
            </a:prstGeom>
          </p:spPr>
          <p:txBody>
            <a:bodyPr lIns="0" tIns="0" rIns="0" bIns="0"/>
            <a:lstStyle>
              <a:lvl1pPr marL="0" indent="0" algn="l" rtl="0" eaLnBrk="1" fontAlgn="base" hangingPunct="1">
                <a:lnSpc>
                  <a:spcPct val="110000"/>
                </a:lnSpc>
                <a:spcBef>
                  <a:spcPts val="1200"/>
                </a:spcBef>
                <a:spcAft>
                  <a:spcPct val="0"/>
                </a:spcAft>
                <a:buFont typeface="Arial" pitchFamily="34" charset="0"/>
                <a:buNone/>
                <a:defRPr sz="1800" kern="1200">
                  <a:solidFill>
                    <a:schemeClr val="tx1"/>
                  </a:solidFill>
                  <a:latin typeface="Arial" panose="020B0604020202020204" pitchFamily="34" charset="0"/>
                  <a:ea typeface="Roboto" panose="02000000000000000000" pitchFamily="2" charset="0"/>
                  <a:cs typeface="Arial" panose="020B0604020202020204" pitchFamily="34" charset="0"/>
                </a:defRPr>
              </a:lvl1pPr>
              <a:lvl2pPr marL="216000" indent="-216000" algn="l" rtl="0" eaLnBrk="1" fontAlgn="base" hangingPunct="1">
                <a:lnSpc>
                  <a:spcPct val="110000"/>
                </a:lnSpc>
                <a:spcBef>
                  <a:spcPts val="800"/>
                </a:spcBef>
                <a:spcAft>
                  <a:spcPct val="0"/>
                </a:spcAft>
                <a:buFont typeface="Arial" pitchFamily="34" charset="0"/>
                <a:buChar char="•"/>
                <a:defRPr sz="1800" kern="1200">
                  <a:solidFill>
                    <a:schemeClr val="tx1"/>
                  </a:solidFill>
                  <a:latin typeface="Arial" panose="020B0604020202020204" pitchFamily="34" charset="0"/>
                  <a:ea typeface="Roboto" panose="02000000000000000000" pitchFamily="2" charset="0"/>
                  <a:cs typeface="Arial" panose="020B0604020202020204" pitchFamily="34" charset="0"/>
                </a:defRPr>
              </a:lvl2pPr>
              <a:lvl3pPr marL="432000" indent="-216000" algn="l" rtl="0" eaLnBrk="1" fontAlgn="base" hangingPunct="1">
                <a:lnSpc>
                  <a:spcPct val="110000"/>
                </a:lnSpc>
                <a:spcBef>
                  <a:spcPts val="800"/>
                </a:spcBef>
                <a:spcAft>
                  <a:spcPct val="0"/>
                </a:spcAft>
                <a:buFont typeface="Arial" pitchFamily="34" charset="0"/>
                <a:buChar char="‒"/>
                <a:tabLst/>
                <a:defRPr sz="1800" kern="1200">
                  <a:solidFill>
                    <a:schemeClr val="tx1"/>
                  </a:solidFill>
                  <a:latin typeface="Arial" panose="020B0604020202020204" pitchFamily="34" charset="0"/>
                  <a:ea typeface="Roboto" panose="02000000000000000000" pitchFamily="2" charset="0"/>
                  <a:cs typeface="Arial" panose="020B0604020202020204" pitchFamily="34" charset="0"/>
                </a:defRPr>
              </a:lvl3pPr>
              <a:lvl4pPr marL="612000" indent="-216000" algn="l" rtl="0" eaLnBrk="1" fontAlgn="base" hangingPunct="1">
                <a:lnSpc>
                  <a:spcPct val="110000"/>
                </a:lnSpc>
                <a:spcBef>
                  <a:spcPts val="800"/>
                </a:spcBef>
                <a:spcAft>
                  <a:spcPct val="0"/>
                </a:spcAft>
                <a:buFont typeface="Arial" pitchFamily="34" charset="0"/>
                <a:buChar char="•"/>
                <a:defRPr sz="1800" kern="1200">
                  <a:solidFill>
                    <a:schemeClr val="tx1"/>
                  </a:solidFill>
                  <a:latin typeface="Arial" panose="020B0604020202020204" pitchFamily="34" charset="0"/>
                  <a:ea typeface="Roboto" panose="02000000000000000000" pitchFamily="2" charset="0"/>
                  <a:cs typeface="Arial" panose="020B0604020202020204" pitchFamily="34" charset="0"/>
                </a:defRPr>
              </a:lvl4pPr>
              <a:lvl5pPr marL="864000" indent="-216000" algn="l" rtl="0" eaLnBrk="1" fontAlgn="base" hangingPunct="1">
                <a:lnSpc>
                  <a:spcPct val="110000"/>
                </a:lnSpc>
                <a:spcBef>
                  <a:spcPts val="800"/>
                </a:spcBef>
                <a:spcAft>
                  <a:spcPct val="0"/>
                </a:spcAft>
                <a:buFont typeface="Arial" pitchFamily="34" charset="0"/>
                <a:buChar char="‒"/>
                <a:defRPr sz="1800" kern="1200">
                  <a:solidFill>
                    <a:schemeClr val="tx1"/>
                  </a:solidFill>
                  <a:latin typeface="Arial" panose="020B0604020202020204" pitchFamily="34" charset="0"/>
                  <a:ea typeface="Roboto" panose="02000000000000000000" pitchFamily="2" charset="0"/>
                  <a:cs typeface="Arial" panose="020B0604020202020204" pitchFamily="34" charset="0"/>
                </a:defRPr>
              </a:lvl5pPr>
              <a:lvl6pPr marL="3351933" indent="-304723" algn="l" defTabSz="1218885" rtl="0" eaLnBrk="1" latinLnBrk="0" hangingPunct="1">
                <a:spcBef>
                  <a:spcPct val="20000"/>
                </a:spcBef>
                <a:buFont typeface="Arial" pitchFamily="34" charset="0"/>
                <a:buChar char="•"/>
                <a:defRPr sz="2700" kern="1200">
                  <a:solidFill>
                    <a:schemeClr val="tx1"/>
                  </a:solidFill>
                  <a:latin typeface="+mn-lt"/>
                  <a:ea typeface="+mn-ea"/>
                  <a:cs typeface="+mn-cs"/>
                </a:defRPr>
              </a:lvl6pPr>
              <a:lvl7pPr marL="3961376" indent="-304723" algn="l" defTabSz="1218885" rtl="0" eaLnBrk="1" latinLnBrk="0" hangingPunct="1">
                <a:spcBef>
                  <a:spcPct val="20000"/>
                </a:spcBef>
                <a:buFont typeface="Arial" pitchFamily="34" charset="0"/>
                <a:buChar char="•"/>
                <a:defRPr sz="2700" kern="1200">
                  <a:solidFill>
                    <a:schemeClr val="tx1"/>
                  </a:solidFill>
                  <a:latin typeface="+mn-lt"/>
                  <a:ea typeface="+mn-ea"/>
                  <a:cs typeface="+mn-cs"/>
                </a:defRPr>
              </a:lvl7pPr>
              <a:lvl8pPr marL="4570819" indent="-304723" algn="l" defTabSz="1218885" rtl="0" eaLnBrk="1" latinLnBrk="0" hangingPunct="1">
                <a:spcBef>
                  <a:spcPct val="20000"/>
                </a:spcBef>
                <a:buFont typeface="Arial" pitchFamily="34" charset="0"/>
                <a:buChar char="•"/>
                <a:defRPr sz="2700" kern="1200">
                  <a:solidFill>
                    <a:schemeClr val="tx1"/>
                  </a:solidFill>
                  <a:latin typeface="+mn-lt"/>
                  <a:ea typeface="+mn-ea"/>
                  <a:cs typeface="+mn-cs"/>
                </a:defRPr>
              </a:lvl8pPr>
              <a:lvl9pPr marL="5180261" indent="-304723" algn="l" defTabSz="1218885" rtl="0" eaLnBrk="1" latinLnBrk="0" hangingPunct="1">
                <a:spcBef>
                  <a:spcPct val="20000"/>
                </a:spcBef>
                <a:buFont typeface="Arial" pitchFamily="34" charset="0"/>
                <a:buChar char="•"/>
                <a:defRPr sz="2700" kern="1200">
                  <a:solidFill>
                    <a:schemeClr val="tx1"/>
                  </a:solidFill>
                  <a:latin typeface="+mn-lt"/>
                  <a:ea typeface="+mn-ea"/>
                  <a:cs typeface="+mn-cs"/>
                </a:defRPr>
              </a:lvl9pPr>
            </a:lstStyle>
            <a:p>
              <a:pPr>
                <a:lnSpc>
                  <a:spcPct val="70000"/>
                </a:lnSpc>
              </a:pPr>
              <a:r>
                <a:rPr lang="en-US" sz="5399" dirty="0">
                  <a:solidFill>
                    <a:schemeClr val="accent2"/>
                  </a:solidFill>
                  <a:latin typeface="Graphik Black" panose="020B0503030202060203" pitchFamily="34" charset="77"/>
                </a:rPr>
                <a:t>Lime vs Shap</a:t>
              </a:r>
              <a:endParaRPr lang="en-GB" sz="3599" dirty="0">
                <a:solidFill>
                  <a:schemeClr val="accent2"/>
                </a:solidFill>
                <a:latin typeface="Graphik Black" panose="020B0503030202060203" pitchFamily="34" charset="77"/>
              </a:endParaRPr>
            </a:p>
          </p:txBody>
        </p:sp>
      </p:grpSp>
      <p:sp>
        <p:nvSpPr>
          <p:cNvPr id="3" name="Slide Number Placeholder 2">
            <a:extLst>
              <a:ext uri="{FF2B5EF4-FFF2-40B4-BE49-F238E27FC236}">
                <a16:creationId xmlns:a16="http://schemas.microsoft.com/office/drawing/2014/main" id="{6963ED44-54AF-E943-B0C3-23F012BB3B7F}"/>
              </a:ext>
            </a:extLst>
          </p:cNvPr>
          <p:cNvSpPr>
            <a:spLocks noGrp="1"/>
          </p:cNvSpPr>
          <p:nvPr>
            <p:ph type="sldNum" sz="quarter" idx="35"/>
          </p:nvPr>
        </p:nvSpPr>
        <p:spPr/>
        <p:txBody>
          <a:bodyPr/>
          <a:lstStyle/>
          <a:p>
            <a:pPr>
              <a:defRPr/>
            </a:pPr>
            <a:fld id="{90CBDC3A-D49F-4631-A8C7-55D59B33E5FA}" type="slidenum">
              <a:rPr lang="en-US" smtClean="0"/>
              <a:pPr>
                <a:defRPr/>
              </a:pPr>
              <a:t>6</a:t>
            </a:fld>
            <a:endParaRPr lang="en-US" dirty="0"/>
          </a:p>
        </p:txBody>
      </p:sp>
      <p:sp>
        <p:nvSpPr>
          <p:cNvPr id="2" name="Footer Placeholder 1">
            <a:extLst>
              <a:ext uri="{FF2B5EF4-FFF2-40B4-BE49-F238E27FC236}">
                <a16:creationId xmlns:a16="http://schemas.microsoft.com/office/drawing/2014/main" id="{8F4283F0-9422-46F6-A2FE-974096C84182}"/>
              </a:ext>
            </a:extLst>
          </p:cNvPr>
          <p:cNvSpPr>
            <a:spLocks noGrp="1"/>
          </p:cNvSpPr>
          <p:nvPr>
            <p:ph type="ftr" sz="quarter" idx="34"/>
          </p:nvPr>
        </p:nvSpPr>
        <p:spPr/>
        <p:txBody>
          <a:bodyPr/>
          <a:lstStyle/>
          <a:p>
            <a:endParaRPr lang="en-AU" dirty="0"/>
          </a:p>
        </p:txBody>
      </p:sp>
    </p:spTree>
    <p:extLst>
      <p:ext uri="{BB962C8B-B14F-4D97-AF65-F5344CB8AC3E}">
        <p14:creationId xmlns:p14="http://schemas.microsoft.com/office/powerpoint/2010/main" val="358278538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72DF853-EA65-054E-847F-717B876740C3}"/>
              </a:ext>
            </a:extLst>
          </p:cNvPr>
          <p:cNvPicPr>
            <a:picLocks noChangeAspect="1"/>
          </p:cNvPicPr>
          <p:nvPr/>
        </p:nvPicPr>
        <p:blipFill>
          <a:blip r:embed="rId2">
            <a:alphaModFix amt="70000"/>
            <a:extLst>
              <a:ext uri="{28A0092B-C50C-407E-A947-70E740481C1C}">
                <a14:useLocalDpi xmlns:a14="http://schemas.microsoft.com/office/drawing/2010/main"/>
              </a:ext>
            </a:extLst>
          </a:blip>
          <a:stretch>
            <a:fillRect/>
          </a:stretch>
        </p:blipFill>
        <p:spPr>
          <a:xfrm>
            <a:off x="3792" y="417"/>
            <a:ext cx="12185110" cy="6857554"/>
          </a:xfrm>
          <a:prstGeom prst="rect">
            <a:avLst/>
          </a:prstGeom>
        </p:spPr>
      </p:pic>
      <p:sp>
        <p:nvSpPr>
          <p:cNvPr id="3" name="Slide Number Placeholder 2">
            <a:extLst>
              <a:ext uri="{FF2B5EF4-FFF2-40B4-BE49-F238E27FC236}">
                <a16:creationId xmlns:a16="http://schemas.microsoft.com/office/drawing/2014/main" id="{AF6BF062-F00A-2C44-9A31-1CEC5D7287C7}"/>
              </a:ext>
            </a:extLst>
          </p:cNvPr>
          <p:cNvSpPr>
            <a:spLocks noGrp="1"/>
          </p:cNvSpPr>
          <p:nvPr>
            <p:ph type="sldNum" sz="quarter" idx="35"/>
          </p:nvPr>
        </p:nvSpPr>
        <p:spPr/>
        <p:txBody>
          <a:bodyPr/>
          <a:lstStyle/>
          <a:p>
            <a:pPr>
              <a:defRPr/>
            </a:pPr>
            <a:fld id="{90CBDC3A-D49F-4631-A8C7-55D59B33E5FA}" type="slidenum">
              <a:rPr lang="en-US" smtClean="0"/>
              <a:pPr>
                <a:defRPr/>
              </a:pPr>
              <a:t>7</a:t>
            </a:fld>
            <a:endParaRPr lang="en-US" dirty="0"/>
          </a:p>
        </p:txBody>
      </p:sp>
      <p:grpSp>
        <p:nvGrpSpPr>
          <p:cNvPr id="10" name="Group 9">
            <a:extLst>
              <a:ext uri="{FF2B5EF4-FFF2-40B4-BE49-F238E27FC236}">
                <a16:creationId xmlns:a16="http://schemas.microsoft.com/office/drawing/2014/main" id="{25B9CCB1-F37D-A941-8525-AD3673063873}"/>
              </a:ext>
            </a:extLst>
          </p:cNvPr>
          <p:cNvGrpSpPr/>
          <p:nvPr/>
        </p:nvGrpSpPr>
        <p:grpSpPr>
          <a:xfrm>
            <a:off x="1119905" y="1386302"/>
            <a:ext cx="4703743" cy="3029693"/>
            <a:chOff x="1116372" y="1854297"/>
            <a:chExt cx="4704832" cy="3030394"/>
          </a:xfrm>
        </p:grpSpPr>
        <p:sp>
          <p:nvSpPr>
            <p:cNvPr id="11" name="Text Placeholder 7">
              <a:extLst>
                <a:ext uri="{FF2B5EF4-FFF2-40B4-BE49-F238E27FC236}">
                  <a16:creationId xmlns:a16="http://schemas.microsoft.com/office/drawing/2014/main" id="{27CA71A3-0119-1545-9A4E-42AC8E2C49D4}"/>
                </a:ext>
              </a:extLst>
            </p:cNvPr>
            <p:cNvSpPr txBox="1">
              <a:spLocks/>
            </p:cNvSpPr>
            <p:nvPr/>
          </p:nvSpPr>
          <p:spPr>
            <a:xfrm>
              <a:off x="1116372" y="3248143"/>
              <a:ext cx="4704832" cy="1636548"/>
            </a:xfrm>
            <a:prstGeom prst="rect">
              <a:avLst/>
            </a:prstGeom>
          </p:spPr>
          <p:txBody>
            <a:bodyPr wrap="square" lIns="0" tIns="0" rIns="0" bIns="0">
              <a:noAutofit/>
            </a:bodyPr>
            <a:lstStyle>
              <a:lvl1pPr marL="0" indent="0" algn="l" rtl="0" eaLnBrk="1" fontAlgn="base" hangingPunct="1">
                <a:lnSpc>
                  <a:spcPct val="110000"/>
                </a:lnSpc>
                <a:spcBef>
                  <a:spcPts val="1200"/>
                </a:spcBef>
                <a:spcAft>
                  <a:spcPct val="0"/>
                </a:spcAft>
                <a:buFont typeface="Arial" pitchFamily="34" charset="0"/>
                <a:buNone/>
                <a:defRPr sz="1800" kern="1200">
                  <a:solidFill>
                    <a:schemeClr val="tx1"/>
                  </a:solidFill>
                  <a:latin typeface="Arial" panose="020B0604020202020204" pitchFamily="34" charset="0"/>
                  <a:ea typeface="Roboto" panose="02000000000000000000" pitchFamily="2" charset="0"/>
                  <a:cs typeface="Arial" panose="020B0604020202020204" pitchFamily="34" charset="0"/>
                </a:defRPr>
              </a:lvl1pPr>
              <a:lvl2pPr marL="216000" indent="-216000" algn="l" rtl="0" eaLnBrk="1" fontAlgn="base" hangingPunct="1">
                <a:lnSpc>
                  <a:spcPct val="110000"/>
                </a:lnSpc>
                <a:spcBef>
                  <a:spcPts val="800"/>
                </a:spcBef>
                <a:spcAft>
                  <a:spcPct val="0"/>
                </a:spcAft>
                <a:buFont typeface="Arial" pitchFamily="34" charset="0"/>
                <a:buChar char="•"/>
                <a:defRPr sz="1800" kern="1200">
                  <a:solidFill>
                    <a:schemeClr val="tx1"/>
                  </a:solidFill>
                  <a:latin typeface="Arial" panose="020B0604020202020204" pitchFamily="34" charset="0"/>
                  <a:ea typeface="Roboto" panose="02000000000000000000" pitchFamily="2" charset="0"/>
                  <a:cs typeface="Arial" panose="020B0604020202020204" pitchFamily="34" charset="0"/>
                </a:defRPr>
              </a:lvl2pPr>
              <a:lvl3pPr marL="432000" indent="-216000" algn="l" rtl="0" eaLnBrk="1" fontAlgn="base" hangingPunct="1">
                <a:lnSpc>
                  <a:spcPct val="110000"/>
                </a:lnSpc>
                <a:spcBef>
                  <a:spcPts val="800"/>
                </a:spcBef>
                <a:spcAft>
                  <a:spcPct val="0"/>
                </a:spcAft>
                <a:buFont typeface="Arial" pitchFamily="34" charset="0"/>
                <a:buChar char="‒"/>
                <a:tabLst/>
                <a:defRPr sz="1800" kern="1200">
                  <a:solidFill>
                    <a:schemeClr val="tx1"/>
                  </a:solidFill>
                  <a:latin typeface="Arial" panose="020B0604020202020204" pitchFamily="34" charset="0"/>
                  <a:ea typeface="Roboto" panose="02000000000000000000" pitchFamily="2" charset="0"/>
                  <a:cs typeface="Arial" panose="020B0604020202020204" pitchFamily="34" charset="0"/>
                </a:defRPr>
              </a:lvl3pPr>
              <a:lvl4pPr marL="612000" indent="-216000" algn="l" rtl="0" eaLnBrk="1" fontAlgn="base" hangingPunct="1">
                <a:lnSpc>
                  <a:spcPct val="110000"/>
                </a:lnSpc>
                <a:spcBef>
                  <a:spcPts val="800"/>
                </a:spcBef>
                <a:spcAft>
                  <a:spcPct val="0"/>
                </a:spcAft>
                <a:buFont typeface="Arial" pitchFamily="34" charset="0"/>
                <a:buChar char="•"/>
                <a:defRPr sz="1800" kern="1200">
                  <a:solidFill>
                    <a:schemeClr val="tx1"/>
                  </a:solidFill>
                  <a:latin typeface="Arial" panose="020B0604020202020204" pitchFamily="34" charset="0"/>
                  <a:ea typeface="Roboto" panose="02000000000000000000" pitchFamily="2" charset="0"/>
                  <a:cs typeface="Arial" panose="020B0604020202020204" pitchFamily="34" charset="0"/>
                </a:defRPr>
              </a:lvl4pPr>
              <a:lvl5pPr marL="864000" indent="-216000" algn="l" rtl="0" eaLnBrk="1" fontAlgn="base" hangingPunct="1">
                <a:lnSpc>
                  <a:spcPct val="110000"/>
                </a:lnSpc>
                <a:spcBef>
                  <a:spcPts val="800"/>
                </a:spcBef>
                <a:spcAft>
                  <a:spcPct val="0"/>
                </a:spcAft>
                <a:buFont typeface="Arial" pitchFamily="34" charset="0"/>
                <a:buChar char="‒"/>
                <a:defRPr sz="1800" kern="1200">
                  <a:solidFill>
                    <a:schemeClr val="tx1"/>
                  </a:solidFill>
                  <a:latin typeface="Arial" panose="020B0604020202020204" pitchFamily="34" charset="0"/>
                  <a:ea typeface="Roboto" panose="02000000000000000000" pitchFamily="2" charset="0"/>
                  <a:cs typeface="Arial" panose="020B0604020202020204" pitchFamily="34" charset="0"/>
                </a:defRPr>
              </a:lvl5pPr>
              <a:lvl6pPr marL="3351933" indent="-304723" algn="l" defTabSz="1218885" rtl="0" eaLnBrk="1" latinLnBrk="0" hangingPunct="1">
                <a:spcBef>
                  <a:spcPct val="20000"/>
                </a:spcBef>
                <a:buFont typeface="Arial" pitchFamily="34" charset="0"/>
                <a:buChar char="•"/>
                <a:defRPr sz="2700" kern="1200">
                  <a:solidFill>
                    <a:schemeClr val="tx1"/>
                  </a:solidFill>
                  <a:latin typeface="+mn-lt"/>
                  <a:ea typeface="+mn-ea"/>
                  <a:cs typeface="+mn-cs"/>
                </a:defRPr>
              </a:lvl6pPr>
              <a:lvl7pPr marL="3961376" indent="-304723" algn="l" defTabSz="1218885" rtl="0" eaLnBrk="1" latinLnBrk="0" hangingPunct="1">
                <a:spcBef>
                  <a:spcPct val="20000"/>
                </a:spcBef>
                <a:buFont typeface="Arial" pitchFamily="34" charset="0"/>
                <a:buChar char="•"/>
                <a:defRPr sz="2700" kern="1200">
                  <a:solidFill>
                    <a:schemeClr val="tx1"/>
                  </a:solidFill>
                  <a:latin typeface="+mn-lt"/>
                  <a:ea typeface="+mn-ea"/>
                  <a:cs typeface="+mn-cs"/>
                </a:defRPr>
              </a:lvl7pPr>
              <a:lvl8pPr marL="4570819" indent="-304723" algn="l" defTabSz="1218885" rtl="0" eaLnBrk="1" latinLnBrk="0" hangingPunct="1">
                <a:spcBef>
                  <a:spcPct val="20000"/>
                </a:spcBef>
                <a:buFont typeface="Arial" pitchFamily="34" charset="0"/>
                <a:buChar char="•"/>
                <a:defRPr sz="2700" kern="1200">
                  <a:solidFill>
                    <a:schemeClr val="tx1"/>
                  </a:solidFill>
                  <a:latin typeface="+mn-lt"/>
                  <a:ea typeface="+mn-ea"/>
                  <a:cs typeface="+mn-cs"/>
                </a:defRPr>
              </a:lvl8pPr>
              <a:lvl9pPr marL="5180261" indent="-304723" algn="l" defTabSz="1218885" rtl="0" eaLnBrk="1" latinLnBrk="0" hangingPunct="1">
                <a:spcBef>
                  <a:spcPct val="20000"/>
                </a:spcBef>
                <a:buFont typeface="Arial" pitchFamily="34" charset="0"/>
                <a:buChar char="•"/>
                <a:defRPr sz="2700" kern="1200">
                  <a:solidFill>
                    <a:schemeClr val="tx1"/>
                  </a:solidFill>
                  <a:latin typeface="+mn-lt"/>
                  <a:ea typeface="+mn-ea"/>
                  <a:cs typeface="+mn-cs"/>
                </a:defRPr>
              </a:lvl9pPr>
            </a:lstStyle>
            <a:p>
              <a:pPr marL="266647" lvl="2" indent="-266647">
                <a:buFont typeface="Arial" panose="020B0604020202020204" pitchFamily="34" charset="0"/>
                <a:buChar char="•"/>
              </a:pPr>
              <a:r>
                <a:rPr lang="en-US" sz="1600" dirty="0">
                  <a:solidFill>
                    <a:schemeClr val="bg1"/>
                  </a:solidFill>
                  <a:latin typeface="Graphik" panose="020B0503030202060203" pitchFamily="34" charset="77"/>
                </a:rPr>
                <a:t>3-4 concise bullets on what happened as a result of our work</a:t>
              </a:r>
            </a:p>
            <a:p>
              <a:pPr marL="266647" lvl="2" indent="-266647">
                <a:buFont typeface="Arial" panose="020B0604020202020204" pitchFamily="34" charset="0"/>
                <a:buChar char="•"/>
              </a:pPr>
              <a:r>
                <a:rPr lang="en-US" sz="1600" dirty="0">
                  <a:solidFill>
                    <a:schemeClr val="bg1"/>
                  </a:solidFill>
                  <a:latin typeface="Graphik" panose="020B0503030202060203" pitchFamily="34" charset="77"/>
                </a:rPr>
                <a:t>Specifically, how did the employee or customer experience change?</a:t>
              </a:r>
            </a:p>
            <a:p>
              <a:pPr marL="266647" lvl="2" indent="-266647">
                <a:buFont typeface="Arial" panose="020B0604020202020204" pitchFamily="34" charset="0"/>
                <a:buChar char="•"/>
              </a:pPr>
              <a:r>
                <a:rPr lang="en-US" sz="1600" dirty="0">
                  <a:solidFill>
                    <a:schemeClr val="bg1"/>
                  </a:solidFill>
                  <a:latin typeface="Graphik" panose="020B0503030202060203" pitchFamily="34" charset="77"/>
                </a:rPr>
                <a:t>Are there any qualitative results?</a:t>
              </a:r>
            </a:p>
          </p:txBody>
        </p:sp>
        <p:sp>
          <p:nvSpPr>
            <p:cNvPr id="12" name="Text Placeholder 2">
              <a:extLst>
                <a:ext uri="{FF2B5EF4-FFF2-40B4-BE49-F238E27FC236}">
                  <a16:creationId xmlns:a16="http://schemas.microsoft.com/office/drawing/2014/main" id="{43685761-9929-FF4E-A42A-00C5D41F4E20}"/>
                </a:ext>
              </a:extLst>
            </p:cNvPr>
            <p:cNvSpPr txBox="1">
              <a:spLocks/>
            </p:cNvSpPr>
            <p:nvPr/>
          </p:nvSpPr>
          <p:spPr>
            <a:xfrm>
              <a:off x="1152796" y="1854297"/>
              <a:ext cx="4506362" cy="1219202"/>
            </a:xfrm>
            <a:prstGeom prst="rect">
              <a:avLst/>
            </a:prstGeom>
          </p:spPr>
          <p:txBody>
            <a:bodyPr lIns="0" tIns="0" rIns="0" bIns="0"/>
            <a:lstStyle>
              <a:lvl1pPr marL="0" indent="0" algn="l" rtl="0" eaLnBrk="1" fontAlgn="base" hangingPunct="1">
                <a:lnSpc>
                  <a:spcPct val="110000"/>
                </a:lnSpc>
                <a:spcBef>
                  <a:spcPts val="1200"/>
                </a:spcBef>
                <a:spcAft>
                  <a:spcPct val="0"/>
                </a:spcAft>
                <a:buFont typeface="Arial" pitchFamily="34" charset="0"/>
                <a:buNone/>
                <a:defRPr sz="1800" kern="1200">
                  <a:solidFill>
                    <a:schemeClr val="tx1"/>
                  </a:solidFill>
                  <a:latin typeface="Arial" panose="020B0604020202020204" pitchFamily="34" charset="0"/>
                  <a:ea typeface="Roboto" panose="02000000000000000000" pitchFamily="2" charset="0"/>
                  <a:cs typeface="Arial" panose="020B0604020202020204" pitchFamily="34" charset="0"/>
                </a:defRPr>
              </a:lvl1pPr>
              <a:lvl2pPr marL="216000" indent="-216000" algn="l" rtl="0" eaLnBrk="1" fontAlgn="base" hangingPunct="1">
                <a:lnSpc>
                  <a:spcPct val="110000"/>
                </a:lnSpc>
                <a:spcBef>
                  <a:spcPts val="800"/>
                </a:spcBef>
                <a:spcAft>
                  <a:spcPct val="0"/>
                </a:spcAft>
                <a:buFont typeface="Arial" pitchFamily="34" charset="0"/>
                <a:buChar char="•"/>
                <a:defRPr sz="1800" kern="1200">
                  <a:solidFill>
                    <a:schemeClr val="tx1"/>
                  </a:solidFill>
                  <a:latin typeface="Arial" panose="020B0604020202020204" pitchFamily="34" charset="0"/>
                  <a:ea typeface="Roboto" panose="02000000000000000000" pitchFamily="2" charset="0"/>
                  <a:cs typeface="Arial" panose="020B0604020202020204" pitchFamily="34" charset="0"/>
                </a:defRPr>
              </a:lvl2pPr>
              <a:lvl3pPr marL="432000" indent="-216000" algn="l" rtl="0" eaLnBrk="1" fontAlgn="base" hangingPunct="1">
                <a:lnSpc>
                  <a:spcPct val="110000"/>
                </a:lnSpc>
                <a:spcBef>
                  <a:spcPts val="800"/>
                </a:spcBef>
                <a:spcAft>
                  <a:spcPct val="0"/>
                </a:spcAft>
                <a:buFont typeface="Arial" pitchFamily="34" charset="0"/>
                <a:buChar char="‒"/>
                <a:tabLst/>
                <a:defRPr sz="1800" kern="1200">
                  <a:solidFill>
                    <a:schemeClr val="tx1"/>
                  </a:solidFill>
                  <a:latin typeface="Arial" panose="020B0604020202020204" pitchFamily="34" charset="0"/>
                  <a:ea typeface="Roboto" panose="02000000000000000000" pitchFamily="2" charset="0"/>
                  <a:cs typeface="Arial" panose="020B0604020202020204" pitchFamily="34" charset="0"/>
                </a:defRPr>
              </a:lvl3pPr>
              <a:lvl4pPr marL="612000" indent="-216000" algn="l" rtl="0" eaLnBrk="1" fontAlgn="base" hangingPunct="1">
                <a:lnSpc>
                  <a:spcPct val="110000"/>
                </a:lnSpc>
                <a:spcBef>
                  <a:spcPts val="800"/>
                </a:spcBef>
                <a:spcAft>
                  <a:spcPct val="0"/>
                </a:spcAft>
                <a:buFont typeface="Arial" pitchFamily="34" charset="0"/>
                <a:buChar char="•"/>
                <a:defRPr sz="1800" kern="1200">
                  <a:solidFill>
                    <a:schemeClr val="tx1"/>
                  </a:solidFill>
                  <a:latin typeface="Arial" panose="020B0604020202020204" pitchFamily="34" charset="0"/>
                  <a:ea typeface="Roboto" panose="02000000000000000000" pitchFamily="2" charset="0"/>
                  <a:cs typeface="Arial" panose="020B0604020202020204" pitchFamily="34" charset="0"/>
                </a:defRPr>
              </a:lvl4pPr>
              <a:lvl5pPr marL="864000" indent="-216000" algn="l" rtl="0" eaLnBrk="1" fontAlgn="base" hangingPunct="1">
                <a:lnSpc>
                  <a:spcPct val="110000"/>
                </a:lnSpc>
                <a:spcBef>
                  <a:spcPts val="800"/>
                </a:spcBef>
                <a:spcAft>
                  <a:spcPct val="0"/>
                </a:spcAft>
                <a:buFont typeface="Arial" pitchFamily="34" charset="0"/>
                <a:buChar char="‒"/>
                <a:defRPr sz="1800" kern="1200">
                  <a:solidFill>
                    <a:schemeClr val="tx1"/>
                  </a:solidFill>
                  <a:latin typeface="Arial" panose="020B0604020202020204" pitchFamily="34" charset="0"/>
                  <a:ea typeface="Roboto" panose="02000000000000000000" pitchFamily="2" charset="0"/>
                  <a:cs typeface="Arial" panose="020B0604020202020204" pitchFamily="34" charset="0"/>
                </a:defRPr>
              </a:lvl5pPr>
              <a:lvl6pPr marL="3351933" indent="-304723" algn="l" defTabSz="1218885" rtl="0" eaLnBrk="1" latinLnBrk="0" hangingPunct="1">
                <a:spcBef>
                  <a:spcPct val="20000"/>
                </a:spcBef>
                <a:buFont typeface="Arial" pitchFamily="34" charset="0"/>
                <a:buChar char="•"/>
                <a:defRPr sz="2700" kern="1200">
                  <a:solidFill>
                    <a:schemeClr val="tx1"/>
                  </a:solidFill>
                  <a:latin typeface="+mn-lt"/>
                  <a:ea typeface="+mn-ea"/>
                  <a:cs typeface="+mn-cs"/>
                </a:defRPr>
              </a:lvl6pPr>
              <a:lvl7pPr marL="3961376" indent="-304723" algn="l" defTabSz="1218885" rtl="0" eaLnBrk="1" latinLnBrk="0" hangingPunct="1">
                <a:spcBef>
                  <a:spcPct val="20000"/>
                </a:spcBef>
                <a:buFont typeface="Arial" pitchFamily="34" charset="0"/>
                <a:buChar char="•"/>
                <a:defRPr sz="2700" kern="1200">
                  <a:solidFill>
                    <a:schemeClr val="tx1"/>
                  </a:solidFill>
                  <a:latin typeface="+mn-lt"/>
                  <a:ea typeface="+mn-ea"/>
                  <a:cs typeface="+mn-cs"/>
                </a:defRPr>
              </a:lvl7pPr>
              <a:lvl8pPr marL="4570819" indent="-304723" algn="l" defTabSz="1218885" rtl="0" eaLnBrk="1" latinLnBrk="0" hangingPunct="1">
                <a:spcBef>
                  <a:spcPct val="20000"/>
                </a:spcBef>
                <a:buFont typeface="Arial" pitchFamily="34" charset="0"/>
                <a:buChar char="•"/>
                <a:defRPr sz="2700" kern="1200">
                  <a:solidFill>
                    <a:schemeClr val="tx1"/>
                  </a:solidFill>
                  <a:latin typeface="+mn-lt"/>
                  <a:ea typeface="+mn-ea"/>
                  <a:cs typeface="+mn-cs"/>
                </a:defRPr>
              </a:lvl8pPr>
              <a:lvl9pPr marL="5180261" indent="-304723" algn="l" defTabSz="1218885" rtl="0" eaLnBrk="1" latinLnBrk="0" hangingPunct="1">
                <a:spcBef>
                  <a:spcPct val="20000"/>
                </a:spcBef>
                <a:buFont typeface="Arial" pitchFamily="34" charset="0"/>
                <a:buChar char="•"/>
                <a:defRPr sz="2700" kern="1200">
                  <a:solidFill>
                    <a:schemeClr val="tx1"/>
                  </a:solidFill>
                  <a:latin typeface="+mn-lt"/>
                  <a:ea typeface="+mn-ea"/>
                  <a:cs typeface="+mn-cs"/>
                </a:defRPr>
              </a:lvl9pPr>
            </a:lstStyle>
            <a:p>
              <a:pPr>
                <a:lnSpc>
                  <a:spcPct val="70000"/>
                </a:lnSpc>
              </a:pPr>
              <a:r>
                <a:rPr lang="en-US" sz="5399" dirty="0">
                  <a:solidFill>
                    <a:schemeClr val="accent2"/>
                  </a:solidFill>
                  <a:latin typeface="Graphik Black" panose="020B0503030202060203" pitchFamily="34" charset="77"/>
                </a:rPr>
                <a:t>Evaluation metric</a:t>
              </a:r>
              <a:endParaRPr lang="en-GB" sz="3599" dirty="0">
                <a:solidFill>
                  <a:schemeClr val="accent2"/>
                </a:solidFill>
                <a:latin typeface="Graphik Black" panose="020B0503030202060203" pitchFamily="34" charset="77"/>
              </a:endParaRPr>
            </a:p>
          </p:txBody>
        </p:sp>
      </p:grpSp>
      <p:sp>
        <p:nvSpPr>
          <p:cNvPr id="2" name="Footer Placeholder 1">
            <a:extLst>
              <a:ext uri="{FF2B5EF4-FFF2-40B4-BE49-F238E27FC236}">
                <a16:creationId xmlns:a16="http://schemas.microsoft.com/office/drawing/2014/main" id="{1DD799D5-E56C-4CFD-B232-DD92A0322F7D}"/>
              </a:ext>
            </a:extLst>
          </p:cNvPr>
          <p:cNvSpPr>
            <a:spLocks noGrp="1"/>
          </p:cNvSpPr>
          <p:nvPr>
            <p:ph type="ftr" sz="quarter" idx="34"/>
          </p:nvPr>
        </p:nvSpPr>
        <p:spPr/>
        <p:txBody>
          <a:bodyPr/>
          <a:lstStyle/>
          <a:p>
            <a:endParaRPr lang="en-AU" dirty="0"/>
          </a:p>
        </p:txBody>
      </p:sp>
    </p:spTree>
    <p:extLst>
      <p:ext uri="{BB962C8B-B14F-4D97-AF65-F5344CB8AC3E}">
        <p14:creationId xmlns:p14="http://schemas.microsoft.com/office/powerpoint/2010/main" val="279298235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2F2F2">
            <a:alpha val="50196"/>
          </a:srgbClr>
        </a:solidFill>
        <a:effectLst/>
      </p:bgPr>
    </p:bg>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294D6256-45E1-804E-BE56-3B84B2D778CA}"/>
              </a:ext>
            </a:extLst>
          </p:cNvPr>
          <p:cNvSpPr>
            <a:spLocks noGrp="1"/>
          </p:cNvSpPr>
          <p:nvPr>
            <p:ph type="body" sz="quarter" idx="35"/>
          </p:nvPr>
        </p:nvSpPr>
        <p:spPr>
          <a:xfrm>
            <a:off x="1383924" y="1618900"/>
            <a:ext cx="3823156" cy="1298561"/>
          </a:xfrm>
        </p:spPr>
        <p:txBody>
          <a:bodyPr/>
          <a:lstStyle/>
          <a:p>
            <a:r>
              <a:rPr lang="en-US" dirty="0">
                <a:solidFill>
                  <a:schemeClr val="accent2"/>
                </a:solidFill>
              </a:rPr>
              <a:t>Interpretability</a:t>
            </a:r>
            <a:r>
              <a:rPr lang="en-US" dirty="0"/>
              <a:t> vs </a:t>
            </a:r>
          </a:p>
          <a:p>
            <a:r>
              <a:rPr lang="en-US" dirty="0">
                <a:solidFill>
                  <a:schemeClr val="accent1">
                    <a:lumMod val="75000"/>
                  </a:schemeClr>
                </a:solidFill>
              </a:rPr>
              <a:t>Explainability</a:t>
            </a:r>
          </a:p>
          <a:p>
            <a:endParaRPr lang="en-US" dirty="0"/>
          </a:p>
        </p:txBody>
      </p:sp>
      <p:sp>
        <p:nvSpPr>
          <p:cNvPr id="4" name="Slide Number Placeholder 3">
            <a:extLst>
              <a:ext uri="{FF2B5EF4-FFF2-40B4-BE49-F238E27FC236}">
                <a16:creationId xmlns:a16="http://schemas.microsoft.com/office/drawing/2014/main" id="{B7F756ED-F9A1-8047-88CF-A4C761ED337F}"/>
              </a:ext>
            </a:extLst>
          </p:cNvPr>
          <p:cNvSpPr>
            <a:spLocks noGrp="1"/>
          </p:cNvSpPr>
          <p:nvPr>
            <p:ph type="sldNum" sz="quarter" idx="37"/>
          </p:nvPr>
        </p:nvSpPr>
        <p:spPr/>
        <p:txBody>
          <a:bodyPr/>
          <a:lstStyle/>
          <a:p>
            <a:fld id="{90CBDC3A-D49F-4631-A8C7-55D59B33E5FA}" type="slidenum">
              <a:rPr lang="en-US" smtClean="0"/>
              <a:pPr/>
              <a:t>8</a:t>
            </a:fld>
            <a:endParaRPr lang="en-US" dirty="0"/>
          </a:p>
        </p:txBody>
      </p:sp>
      <p:sp>
        <p:nvSpPr>
          <p:cNvPr id="21" name="Title 20">
            <a:extLst>
              <a:ext uri="{FF2B5EF4-FFF2-40B4-BE49-F238E27FC236}">
                <a16:creationId xmlns:a16="http://schemas.microsoft.com/office/drawing/2014/main" id="{7175AD26-14B2-0D40-9A35-D9910EA298D1}"/>
              </a:ext>
            </a:extLst>
          </p:cNvPr>
          <p:cNvSpPr>
            <a:spLocks noGrp="1"/>
          </p:cNvSpPr>
          <p:nvPr>
            <p:ph type="title"/>
          </p:nvPr>
        </p:nvSpPr>
        <p:spPr>
          <a:xfrm>
            <a:off x="5531116" y="1618899"/>
            <a:ext cx="5412463" cy="3323346"/>
          </a:xfrm>
        </p:spPr>
        <p:txBody>
          <a:bodyPr/>
          <a:lstStyle/>
          <a:p>
            <a:r>
              <a:rPr lang="en-US" dirty="0"/>
              <a:t>“The degree of understanding</a:t>
            </a:r>
            <a:br>
              <a:rPr lang="en-US" dirty="0"/>
            </a:br>
            <a:r>
              <a:rPr lang="en-US" sz="3200" dirty="0"/>
              <a:t>1) </a:t>
            </a:r>
            <a:r>
              <a:rPr lang="en-US" dirty="0">
                <a:solidFill>
                  <a:schemeClr val="accent2"/>
                </a:solidFill>
              </a:rPr>
              <a:t>output</a:t>
            </a:r>
            <a:br>
              <a:rPr lang="en-US" dirty="0"/>
            </a:br>
            <a:r>
              <a:rPr lang="en-US" sz="3200" dirty="0"/>
              <a:t>2) </a:t>
            </a:r>
            <a:r>
              <a:rPr lang="en-US" dirty="0">
                <a:solidFill>
                  <a:schemeClr val="accent1">
                    <a:lumMod val="75000"/>
                  </a:schemeClr>
                </a:solidFill>
              </a:rPr>
              <a:t>inner workings</a:t>
            </a:r>
            <a:br>
              <a:rPr lang="en-US" dirty="0"/>
            </a:br>
            <a:r>
              <a:rPr lang="en-US" dirty="0"/>
              <a:t> of the model”</a:t>
            </a:r>
          </a:p>
        </p:txBody>
      </p:sp>
      <p:sp>
        <p:nvSpPr>
          <p:cNvPr id="3" name="Footer Placeholder 2">
            <a:extLst>
              <a:ext uri="{FF2B5EF4-FFF2-40B4-BE49-F238E27FC236}">
                <a16:creationId xmlns:a16="http://schemas.microsoft.com/office/drawing/2014/main" id="{5D691BA6-F8EE-4144-A36A-4AD239CD40F9}"/>
              </a:ext>
            </a:extLst>
          </p:cNvPr>
          <p:cNvSpPr>
            <a:spLocks noGrp="1"/>
          </p:cNvSpPr>
          <p:nvPr>
            <p:ph type="ftr" sz="quarter" idx="36"/>
          </p:nvPr>
        </p:nvSpPr>
        <p:spPr/>
        <p:txBody>
          <a:bodyPr/>
          <a:lstStyle/>
          <a:p>
            <a:endParaRPr lang="en-AU" dirty="0"/>
          </a:p>
        </p:txBody>
      </p:sp>
    </p:spTree>
    <p:extLst>
      <p:ext uri="{BB962C8B-B14F-4D97-AF65-F5344CB8AC3E}">
        <p14:creationId xmlns:p14="http://schemas.microsoft.com/office/powerpoint/2010/main" val="116580211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accent1">
            <a:lumMod val="20000"/>
            <a:lumOff val="80000"/>
            <a:alpha val="20000"/>
          </a:schemeClr>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A995C74-9AA7-B844-B319-491361C5ACBC}"/>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4318888" y="3081582"/>
            <a:ext cx="914188" cy="914188"/>
          </a:xfrm>
          <a:prstGeom prst="rect">
            <a:avLst/>
          </a:prstGeom>
        </p:spPr>
      </p:pic>
      <p:pic>
        <p:nvPicPr>
          <p:cNvPr id="7" name="Picture 6">
            <a:extLst>
              <a:ext uri="{FF2B5EF4-FFF2-40B4-BE49-F238E27FC236}">
                <a16:creationId xmlns:a16="http://schemas.microsoft.com/office/drawing/2014/main" id="{9948A7CA-1862-5040-A415-BCDF2C832CB6}"/>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166962" y="1676777"/>
            <a:ext cx="914188" cy="914188"/>
          </a:xfrm>
          <a:prstGeom prst="rect">
            <a:avLst/>
          </a:prstGeom>
        </p:spPr>
      </p:pic>
      <p:sp>
        <p:nvSpPr>
          <p:cNvPr id="2" name="Text Placeholder 1">
            <a:extLst>
              <a:ext uri="{FF2B5EF4-FFF2-40B4-BE49-F238E27FC236}">
                <a16:creationId xmlns:a16="http://schemas.microsoft.com/office/drawing/2014/main" id="{D4011857-CDBA-B44E-B3CA-9E5093336000}"/>
              </a:ext>
            </a:extLst>
          </p:cNvPr>
          <p:cNvSpPr>
            <a:spLocks noGrp="1"/>
          </p:cNvSpPr>
          <p:nvPr>
            <p:ph type="body" sz="quarter" idx="35"/>
          </p:nvPr>
        </p:nvSpPr>
        <p:spPr>
          <a:xfrm>
            <a:off x="880534" y="4543961"/>
            <a:ext cx="6399319" cy="757130"/>
          </a:xfrm>
        </p:spPr>
        <p:txBody>
          <a:bodyPr/>
          <a:lstStyle/>
          <a:p>
            <a:r>
              <a:rPr lang="en-US" dirty="0"/>
              <a:t>INSERT AUTHOR’S DETAILS HERE.</a:t>
            </a:r>
            <a:br>
              <a:rPr lang="en-US" dirty="0"/>
            </a:br>
            <a:r>
              <a:rPr lang="en-US" dirty="0"/>
              <a:t>UPPERCASE, maximum 3 lines at 16pt, MINIMUM 14PT. </a:t>
            </a:r>
          </a:p>
          <a:p>
            <a:endParaRPr lang="en-US" dirty="0"/>
          </a:p>
        </p:txBody>
      </p:sp>
      <p:sp>
        <p:nvSpPr>
          <p:cNvPr id="3" name="Footer Placeholder 2">
            <a:extLst>
              <a:ext uri="{FF2B5EF4-FFF2-40B4-BE49-F238E27FC236}">
                <a16:creationId xmlns:a16="http://schemas.microsoft.com/office/drawing/2014/main" id="{F2673194-0A34-5742-9B6B-3C600C51B7DD}"/>
              </a:ext>
            </a:extLst>
          </p:cNvPr>
          <p:cNvSpPr>
            <a:spLocks noGrp="1"/>
          </p:cNvSpPr>
          <p:nvPr>
            <p:ph type="ftr" sz="quarter" idx="36"/>
          </p:nvPr>
        </p:nvSpPr>
        <p:spPr/>
        <p:txBody>
          <a:bodyPr/>
          <a:lstStyle/>
          <a:p>
            <a:endParaRPr lang="en-AU" dirty="0"/>
          </a:p>
        </p:txBody>
      </p:sp>
      <p:sp>
        <p:nvSpPr>
          <p:cNvPr id="4" name="Slide Number Placeholder 3">
            <a:extLst>
              <a:ext uri="{FF2B5EF4-FFF2-40B4-BE49-F238E27FC236}">
                <a16:creationId xmlns:a16="http://schemas.microsoft.com/office/drawing/2014/main" id="{564143E0-B82B-724D-9F2A-9FE3B6B0B367}"/>
              </a:ext>
            </a:extLst>
          </p:cNvPr>
          <p:cNvSpPr>
            <a:spLocks noGrp="1"/>
          </p:cNvSpPr>
          <p:nvPr>
            <p:ph type="sldNum" sz="quarter" idx="37"/>
          </p:nvPr>
        </p:nvSpPr>
        <p:spPr/>
        <p:txBody>
          <a:bodyPr/>
          <a:lstStyle/>
          <a:p>
            <a:fld id="{90CBDC3A-D49F-4631-A8C7-55D59B33E5FA}" type="slidenum">
              <a:rPr lang="en-US" smtClean="0"/>
              <a:pPr/>
              <a:t>9</a:t>
            </a:fld>
            <a:endParaRPr lang="en-US" dirty="0"/>
          </a:p>
        </p:txBody>
      </p:sp>
      <p:sp>
        <p:nvSpPr>
          <p:cNvPr id="9" name="Title 8">
            <a:extLst>
              <a:ext uri="{FF2B5EF4-FFF2-40B4-BE49-F238E27FC236}">
                <a16:creationId xmlns:a16="http://schemas.microsoft.com/office/drawing/2014/main" id="{0325DEE8-3EDD-8047-AFB0-40290FE9F61F}"/>
              </a:ext>
            </a:extLst>
          </p:cNvPr>
          <p:cNvSpPr>
            <a:spLocks noGrp="1"/>
          </p:cNvSpPr>
          <p:nvPr>
            <p:ph type="title"/>
          </p:nvPr>
        </p:nvSpPr>
        <p:spPr>
          <a:xfrm>
            <a:off x="877289" y="2272934"/>
            <a:ext cx="10430983" cy="1107739"/>
          </a:xfrm>
        </p:spPr>
        <p:txBody>
          <a:bodyPr/>
          <a:lstStyle/>
          <a:p>
            <a:r>
              <a:rPr lang="en-US" dirty="0"/>
              <a:t>Do we need to understand the inner workings of a predictive model? </a:t>
            </a:r>
          </a:p>
        </p:txBody>
      </p:sp>
    </p:spTree>
    <p:extLst>
      <p:ext uri="{BB962C8B-B14F-4D97-AF65-F5344CB8AC3E}">
        <p14:creationId xmlns:p14="http://schemas.microsoft.com/office/powerpoint/2010/main" val="416373309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9113F241-BE8C-4A8D-8A4F-3D71EDE55304}"/>
              </a:ext>
            </a:extLst>
          </p:cNvPr>
          <p:cNvSpPr>
            <a:spLocks noGrp="1"/>
          </p:cNvSpPr>
          <p:nvPr>
            <p:ph type="ftr" sz="quarter" idx="11"/>
          </p:nvPr>
        </p:nvSpPr>
        <p:spPr/>
        <p:txBody>
          <a:bodyPr/>
          <a:lstStyle/>
          <a:p>
            <a:endParaRPr lang="nl-NL"/>
          </a:p>
        </p:txBody>
      </p:sp>
      <p:sp>
        <p:nvSpPr>
          <p:cNvPr id="3" name="Slide Number Placeholder 2">
            <a:extLst>
              <a:ext uri="{FF2B5EF4-FFF2-40B4-BE49-F238E27FC236}">
                <a16:creationId xmlns:a16="http://schemas.microsoft.com/office/drawing/2014/main" id="{54303E9D-9C00-4C0C-A2C7-3E42CB7E9270}"/>
              </a:ext>
            </a:extLst>
          </p:cNvPr>
          <p:cNvSpPr>
            <a:spLocks noGrp="1"/>
          </p:cNvSpPr>
          <p:nvPr>
            <p:ph type="sldNum" sz="quarter" idx="12"/>
          </p:nvPr>
        </p:nvSpPr>
        <p:spPr/>
        <p:txBody>
          <a:bodyPr/>
          <a:lstStyle/>
          <a:p>
            <a:fld id="{5C2023F8-DA26-43F2-AE62-B9DE0D023776}" type="slidenum">
              <a:rPr lang="nl-NL" smtClean="0"/>
              <a:t>10</a:t>
            </a:fld>
            <a:endParaRPr lang="nl-NL"/>
          </a:p>
        </p:txBody>
      </p:sp>
      <p:sp>
        <p:nvSpPr>
          <p:cNvPr id="4" name="TextBox 3">
            <a:extLst>
              <a:ext uri="{FF2B5EF4-FFF2-40B4-BE49-F238E27FC236}">
                <a16:creationId xmlns:a16="http://schemas.microsoft.com/office/drawing/2014/main" id="{787FBAD0-4CA5-4A3D-A885-5D00A31E0518}"/>
              </a:ext>
            </a:extLst>
          </p:cNvPr>
          <p:cNvSpPr txBox="1"/>
          <p:nvPr/>
        </p:nvSpPr>
        <p:spPr>
          <a:xfrm>
            <a:off x="3955312" y="1477926"/>
            <a:ext cx="3274828" cy="2862322"/>
          </a:xfrm>
          <a:prstGeom prst="rect">
            <a:avLst/>
          </a:prstGeom>
          <a:noFill/>
        </p:spPr>
        <p:txBody>
          <a:bodyPr wrap="square" rtlCol="0">
            <a:spAutoFit/>
          </a:bodyPr>
          <a:lstStyle/>
          <a:p>
            <a:r>
              <a:rPr lang="nl-NL" sz="6000" dirty="0"/>
              <a:t>Research </a:t>
            </a:r>
            <a:r>
              <a:rPr lang="nl-NL" sz="6000" dirty="0" err="1"/>
              <a:t>questions</a:t>
            </a:r>
            <a:r>
              <a:rPr lang="nl-NL" sz="6000" dirty="0"/>
              <a:t>..??</a:t>
            </a:r>
            <a:endParaRPr lang="en-GB" sz="6000" dirty="0"/>
          </a:p>
        </p:txBody>
      </p:sp>
    </p:spTree>
    <p:extLst>
      <p:ext uri="{BB962C8B-B14F-4D97-AF65-F5344CB8AC3E}">
        <p14:creationId xmlns:p14="http://schemas.microsoft.com/office/powerpoint/2010/main" val="152727638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D93A"/>
        </a:solidFill>
        <a:effectLst/>
      </p:bgPr>
    </p:bg>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572483A1-64B6-CD40-A3EC-DC33036ACA34}"/>
              </a:ext>
            </a:extLst>
          </p:cNvPr>
          <p:cNvSpPr>
            <a:spLocks noGrp="1"/>
          </p:cNvSpPr>
          <p:nvPr>
            <p:ph type="sldNum" sz="quarter" idx="32"/>
          </p:nvPr>
        </p:nvSpPr>
        <p:spPr>
          <a:xfrm flipH="1">
            <a:off x="11449455" y="6537474"/>
            <a:ext cx="383630" cy="135700"/>
          </a:xfrm>
        </p:spPr>
        <p:txBody>
          <a:bodyPr/>
          <a:lstStyle/>
          <a:p>
            <a:fld id="{90CBDC3A-D49F-4631-A8C7-55D59B33E5FA}" type="slidenum">
              <a:rPr lang="en-US" smtClean="0"/>
              <a:pPr/>
              <a:t>11</a:t>
            </a:fld>
            <a:endParaRPr lang="en-US" dirty="0"/>
          </a:p>
        </p:txBody>
      </p:sp>
      <p:sp>
        <p:nvSpPr>
          <p:cNvPr id="5" name="Text Placeholder 4">
            <a:extLst>
              <a:ext uri="{FF2B5EF4-FFF2-40B4-BE49-F238E27FC236}">
                <a16:creationId xmlns:a16="http://schemas.microsoft.com/office/drawing/2014/main" id="{3F34CA1B-F09A-CA40-8E0C-689999086449}"/>
              </a:ext>
            </a:extLst>
          </p:cNvPr>
          <p:cNvSpPr>
            <a:spLocks noGrp="1"/>
          </p:cNvSpPr>
          <p:nvPr>
            <p:ph type="body" sz="quarter" idx="10"/>
          </p:nvPr>
        </p:nvSpPr>
        <p:spPr>
          <a:xfrm>
            <a:off x="538565" y="3447508"/>
            <a:ext cx="7680402" cy="3089891"/>
          </a:xfrm>
        </p:spPr>
        <p:txBody>
          <a:bodyPr numCol="2">
            <a:normAutofit/>
          </a:bodyPr>
          <a:lstStyle/>
          <a:p>
            <a:r>
              <a:rPr lang="en-AU" dirty="0"/>
              <a:t>Additive feature attribution methods</a:t>
            </a:r>
          </a:p>
          <a:p>
            <a:r>
              <a:rPr lang="en-AU" dirty="0"/>
              <a:t>Perturbations</a:t>
            </a:r>
          </a:p>
          <a:p>
            <a:endParaRPr lang="en-AU" dirty="0"/>
          </a:p>
          <a:p>
            <a:endParaRPr lang="en-AU" dirty="0"/>
          </a:p>
          <a:p>
            <a:r>
              <a:rPr lang="en-AU" dirty="0"/>
              <a:t>Lime</a:t>
            </a:r>
          </a:p>
          <a:p>
            <a:r>
              <a:rPr lang="en-AU" dirty="0" err="1"/>
              <a:t>Shap</a:t>
            </a:r>
            <a:endParaRPr lang="en-AU" dirty="0"/>
          </a:p>
          <a:p>
            <a:r>
              <a:rPr lang="en-AU" dirty="0"/>
              <a:t>Faithfulness</a:t>
            </a:r>
          </a:p>
          <a:p>
            <a:r>
              <a:rPr lang="en-AU" dirty="0"/>
              <a:t>Synthetic data generation</a:t>
            </a:r>
            <a:endParaRPr lang="en-US" dirty="0"/>
          </a:p>
        </p:txBody>
      </p:sp>
      <p:sp>
        <p:nvSpPr>
          <p:cNvPr id="26" name="Title 25">
            <a:extLst>
              <a:ext uri="{FF2B5EF4-FFF2-40B4-BE49-F238E27FC236}">
                <a16:creationId xmlns:a16="http://schemas.microsoft.com/office/drawing/2014/main" id="{38CB3D8A-940A-304B-9647-4026C3D1B3BA}"/>
              </a:ext>
            </a:extLst>
          </p:cNvPr>
          <p:cNvSpPr>
            <a:spLocks noGrp="1"/>
          </p:cNvSpPr>
          <p:nvPr>
            <p:ph type="ctrTitle"/>
          </p:nvPr>
        </p:nvSpPr>
        <p:spPr>
          <a:xfrm>
            <a:off x="542021" y="2652012"/>
            <a:ext cx="7394112" cy="850033"/>
          </a:xfrm>
        </p:spPr>
        <p:txBody>
          <a:bodyPr/>
          <a:lstStyle/>
          <a:p>
            <a:r>
              <a:rPr lang="en-US" dirty="0"/>
              <a:t>Methods</a:t>
            </a:r>
          </a:p>
        </p:txBody>
      </p:sp>
      <p:sp>
        <p:nvSpPr>
          <p:cNvPr id="2" name="Footer Placeholder 1">
            <a:extLst>
              <a:ext uri="{FF2B5EF4-FFF2-40B4-BE49-F238E27FC236}">
                <a16:creationId xmlns:a16="http://schemas.microsoft.com/office/drawing/2014/main" id="{7E8D2F90-7575-4642-A892-F91F2C3B8A3D}"/>
              </a:ext>
            </a:extLst>
          </p:cNvPr>
          <p:cNvSpPr>
            <a:spLocks noGrp="1"/>
          </p:cNvSpPr>
          <p:nvPr>
            <p:ph type="ftr" sz="quarter" idx="31"/>
          </p:nvPr>
        </p:nvSpPr>
        <p:spPr/>
        <p:txBody>
          <a:bodyPr/>
          <a:lstStyle/>
          <a:p>
            <a:endParaRPr lang="en-US" dirty="0"/>
          </a:p>
        </p:txBody>
      </p:sp>
    </p:spTree>
    <p:extLst>
      <p:ext uri="{BB962C8B-B14F-4D97-AF65-F5344CB8AC3E}">
        <p14:creationId xmlns:p14="http://schemas.microsoft.com/office/powerpoint/2010/main" val="414277266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B2C509B-0856-4316-A6A8-F1A82277EC62}"/>
              </a:ext>
            </a:extLst>
          </p:cNvPr>
          <p:cNvSpPr>
            <a:spLocks noGrp="1"/>
          </p:cNvSpPr>
          <p:nvPr>
            <p:ph type="title"/>
          </p:nvPr>
        </p:nvSpPr>
        <p:spPr/>
        <p:txBody>
          <a:bodyPr/>
          <a:lstStyle/>
          <a:p>
            <a:r>
              <a:rPr lang="en-GB" dirty="0"/>
              <a:t>Additive feature attribution methods</a:t>
            </a:r>
          </a:p>
        </p:txBody>
      </p:sp>
      <p:sp>
        <p:nvSpPr>
          <p:cNvPr id="3" name="Content Placeholder 2">
            <a:extLst>
              <a:ext uri="{FF2B5EF4-FFF2-40B4-BE49-F238E27FC236}">
                <a16:creationId xmlns:a16="http://schemas.microsoft.com/office/drawing/2014/main" id="{8189829A-112A-4E74-B9C2-E217B6CB4A27}"/>
              </a:ext>
            </a:extLst>
          </p:cNvPr>
          <p:cNvSpPr>
            <a:spLocks noGrp="1"/>
          </p:cNvSpPr>
          <p:nvPr>
            <p:ph idx="1"/>
          </p:nvPr>
        </p:nvSpPr>
        <p:spPr/>
        <p:txBody>
          <a:bodyPr/>
          <a:lstStyle/>
          <a:p>
            <a:pPr marL="0" indent="0">
              <a:buNone/>
            </a:pPr>
            <a:r>
              <a:rPr lang="en-GB" dirty="0"/>
              <a:t>Linear explanation model</a:t>
            </a:r>
          </a:p>
          <a:p>
            <a:pPr marL="914400" lvl="1" indent="-457200">
              <a:buFont typeface="+mj-lt"/>
              <a:buAutoNum type="arabicPeriod"/>
            </a:pPr>
            <a:r>
              <a:rPr lang="en-GB" dirty="0"/>
              <a:t>Base rate</a:t>
            </a:r>
          </a:p>
          <a:p>
            <a:pPr marL="914400" lvl="1" indent="-457200">
              <a:buFont typeface="+mj-lt"/>
              <a:buAutoNum type="arabicPeriod"/>
            </a:pPr>
            <a:r>
              <a:rPr lang="en-GB" dirty="0"/>
              <a:t>Feature attribution</a:t>
            </a:r>
          </a:p>
          <a:p>
            <a:pPr marL="457200" lvl="1" indent="0">
              <a:buNone/>
            </a:pPr>
            <a:endParaRPr lang="en-GB" dirty="0"/>
          </a:p>
        </p:txBody>
      </p:sp>
      <p:sp>
        <p:nvSpPr>
          <p:cNvPr id="6" name="Rectangle 5">
            <a:extLst>
              <a:ext uri="{FF2B5EF4-FFF2-40B4-BE49-F238E27FC236}">
                <a16:creationId xmlns:a16="http://schemas.microsoft.com/office/drawing/2014/main" id="{9F1F554A-50C0-4EA9-A903-ADF49C45E73B}"/>
              </a:ext>
            </a:extLst>
          </p:cNvPr>
          <p:cNvSpPr/>
          <p:nvPr/>
        </p:nvSpPr>
        <p:spPr>
          <a:xfrm>
            <a:off x="8187069" y="5741161"/>
            <a:ext cx="3166730" cy="75171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5" name="Picture 4" descr="A screen shot of a computer&#10;&#10;Description automatically generated">
            <a:extLst>
              <a:ext uri="{FF2B5EF4-FFF2-40B4-BE49-F238E27FC236}">
                <a16:creationId xmlns:a16="http://schemas.microsoft.com/office/drawing/2014/main" id="{964FB8D2-645B-41CB-B87D-A070F316495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94883" y="3507542"/>
            <a:ext cx="9002233" cy="2985333"/>
          </a:xfrm>
          <a:prstGeom prst="rect">
            <a:avLst/>
          </a:prstGeom>
        </p:spPr>
      </p:pic>
      <p:sp>
        <p:nvSpPr>
          <p:cNvPr id="10" name="Slide Number Placeholder 9">
            <a:extLst>
              <a:ext uri="{FF2B5EF4-FFF2-40B4-BE49-F238E27FC236}">
                <a16:creationId xmlns:a16="http://schemas.microsoft.com/office/drawing/2014/main" id="{0C33D75B-A87B-49EE-83E3-879E8AFBED91}"/>
              </a:ext>
            </a:extLst>
          </p:cNvPr>
          <p:cNvSpPr>
            <a:spLocks noGrp="1"/>
          </p:cNvSpPr>
          <p:nvPr>
            <p:ph type="sldNum" sz="quarter" idx="11"/>
          </p:nvPr>
        </p:nvSpPr>
        <p:spPr/>
        <p:txBody>
          <a:bodyPr/>
          <a:lstStyle/>
          <a:p>
            <a:pPr>
              <a:defRPr/>
            </a:pPr>
            <a:fld id="{90CBDC3A-D49F-4631-A8C7-55D59B33E5FA}" type="slidenum">
              <a:rPr lang="en-US" smtClean="0"/>
              <a:pPr>
                <a:defRPr/>
              </a:pPr>
              <a:t>12</a:t>
            </a:fld>
            <a:endParaRPr lang="en-US" dirty="0"/>
          </a:p>
        </p:txBody>
      </p:sp>
      <p:sp>
        <p:nvSpPr>
          <p:cNvPr id="11" name="TextBox 10">
            <a:extLst>
              <a:ext uri="{FF2B5EF4-FFF2-40B4-BE49-F238E27FC236}">
                <a16:creationId xmlns:a16="http://schemas.microsoft.com/office/drawing/2014/main" id="{6AF9B495-7D0E-41AB-8549-C241DCE56FB0}"/>
              </a:ext>
            </a:extLst>
          </p:cNvPr>
          <p:cNvSpPr txBox="1"/>
          <p:nvPr/>
        </p:nvSpPr>
        <p:spPr>
          <a:xfrm>
            <a:off x="1594883" y="6538912"/>
            <a:ext cx="8686800" cy="276999"/>
          </a:xfrm>
          <a:prstGeom prst="rect">
            <a:avLst/>
          </a:prstGeom>
          <a:noFill/>
        </p:spPr>
        <p:txBody>
          <a:bodyPr wrap="square" rtlCol="0">
            <a:spAutoFit/>
          </a:bodyPr>
          <a:lstStyle/>
          <a:p>
            <a:r>
              <a:rPr lang="nl-NL" sz="1100" dirty="0"/>
              <a:t>Source: </a:t>
            </a:r>
            <a:r>
              <a:rPr lang="en-GB" sz="1200" dirty="0">
                <a:hlinkClick r:id="rId4"/>
              </a:rPr>
              <a:t>https://github.com/slundberg/shap</a:t>
            </a:r>
            <a:r>
              <a:rPr lang="en-GB" sz="1200" dirty="0"/>
              <a:t> (edited version)</a:t>
            </a:r>
          </a:p>
        </p:txBody>
      </p:sp>
    </p:spTree>
    <p:extLst>
      <p:ext uri="{BB962C8B-B14F-4D97-AF65-F5344CB8AC3E}">
        <p14:creationId xmlns:p14="http://schemas.microsoft.com/office/powerpoint/2010/main" val="343784226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F9F890-4123-4667-A73C-20DF1E19351E}"/>
              </a:ext>
            </a:extLst>
          </p:cNvPr>
          <p:cNvSpPr>
            <a:spLocks noGrp="1"/>
          </p:cNvSpPr>
          <p:nvPr>
            <p:ph type="title"/>
          </p:nvPr>
        </p:nvSpPr>
        <p:spPr>
          <a:xfrm>
            <a:off x="838200" y="365125"/>
            <a:ext cx="10515600" cy="1325563"/>
          </a:xfrm>
        </p:spPr>
        <p:txBody>
          <a:bodyPr/>
          <a:lstStyle/>
          <a:p>
            <a:r>
              <a:rPr lang="en-GB"/>
              <a:t>Perturbation</a:t>
            </a:r>
          </a:p>
        </p:txBody>
      </p:sp>
      <p:sp>
        <p:nvSpPr>
          <p:cNvPr id="3" name="Content Placeholder 2">
            <a:extLst>
              <a:ext uri="{FF2B5EF4-FFF2-40B4-BE49-F238E27FC236}">
                <a16:creationId xmlns:a16="http://schemas.microsoft.com/office/drawing/2014/main" id="{3C20D6C5-A67C-4AFD-85D7-C46A61ED9F51}"/>
              </a:ext>
            </a:extLst>
          </p:cNvPr>
          <p:cNvSpPr>
            <a:spLocks noGrp="1"/>
          </p:cNvSpPr>
          <p:nvPr>
            <p:ph idx="1"/>
          </p:nvPr>
        </p:nvSpPr>
        <p:spPr>
          <a:xfrm>
            <a:off x="838200" y="1825625"/>
            <a:ext cx="10515600" cy="4351338"/>
          </a:xfrm>
        </p:spPr>
        <p:txBody>
          <a:bodyPr/>
          <a:lstStyle/>
          <a:p>
            <a:r>
              <a:rPr lang="en-GB" dirty="0"/>
              <a:t>Model-agnostic explainers rely on perturbations</a:t>
            </a:r>
          </a:p>
          <a:p>
            <a:r>
              <a:rPr lang="en-GB" dirty="0"/>
              <a:t>Perturbation:</a:t>
            </a:r>
          </a:p>
          <a:p>
            <a:pPr marL="457200" lvl="1" indent="0">
              <a:buNone/>
            </a:pPr>
            <a:r>
              <a:rPr lang="en-GB" dirty="0"/>
              <a:t>Masking feature value of an instance</a:t>
            </a:r>
          </a:p>
          <a:p>
            <a:r>
              <a:rPr lang="en-GB" dirty="0"/>
              <a:t>Effect of perturbation on model output</a:t>
            </a:r>
          </a:p>
          <a:p>
            <a:r>
              <a:rPr lang="en-GB" dirty="0"/>
              <a:t>Can be applied to any model</a:t>
            </a:r>
          </a:p>
        </p:txBody>
      </p:sp>
      <p:sp>
        <p:nvSpPr>
          <p:cNvPr id="4" name="Slide Number Placeholder 3">
            <a:extLst>
              <a:ext uri="{FF2B5EF4-FFF2-40B4-BE49-F238E27FC236}">
                <a16:creationId xmlns:a16="http://schemas.microsoft.com/office/drawing/2014/main" id="{96F0B93D-94E0-461D-BA39-044EA784B633}"/>
              </a:ext>
            </a:extLst>
          </p:cNvPr>
          <p:cNvSpPr>
            <a:spLocks noGrp="1"/>
          </p:cNvSpPr>
          <p:nvPr>
            <p:ph type="sldNum" sz="quarter" idx="11"/>
          </p:nvPr>
        </p:nvSpPr>
        <p:spPr>
          <a:xfrm>
            <a:off x="8610600" y="6356350"/>
            <a:ext cx="2743200" cy="365125"/>
          </a:xfrm>
        </p:spPr>
        <p:txBody>
          <a:bodyPr/>
          <a:lstStyle/>
          <a:p>
            <a:pPr>
              <a:defRPr/>
            </a:pPr>
            <a:fld id="{90CBDC3A-D49F-4631-A8C7-55D59B33E5FA}" type="slidenum">
              <a:rPr lang="en-US" smtClean="0"/>
              <a:pPr>
                <a:defRPr/>
              </a:pPr>
              <a:t>13</a:t>
            </a:fld>
            <a:endParaRPr lang="en-US" dirty="0"/>
          </a:p>
        </p:txBody>
      </p:sp>
      <p:graphicFrame>
        <p:nvGraphicFramePr>
          <p:cNvPr id="5" name="Table 5">
            <a:extLst>
              <a:ext uri="{FF2B5EF4-FFF2-40B4-BE49-F238E27FC236}">
                <a16:creationId xmlns:a16="http://schemas.microsoft.com/office/drawing/2014/main" id="{E48D4C19-D924-4DEA-8367-E9F9C3710D66}"/>
              </a:ext>
            </a:extLst>
          </p:cNvPr>
          <p:cNvGraphicFramePr>
            <a:graphicFrameLocks noGrp="1"/>
          </p:cNvGraphicFramePr>
          <p:nvPr>
            <p:extLst>
              <p:ext uri="{D42A27DB-BD31-4B8C-83A1-F6EECF244321}">
                <p14:modId xmlns:p14="http://schemas.microsoft.com/office/powerpoint/2010/main" val="624425583"/>
              </p:ext>
            </p:extLst>
          </p:nvPr>
        </p:nvGraphicFramePr>
        <p:xfrm>
          <a:off x="911742" y="4738772"/>
          <a:ext cx="10368515" cy="741680"/>
        </p:xfrm>
        <a:graphic>
          <a:graphicData uri="http://schemas.openxmlformats.org/drawingml/2006/table">
            <a:tbl>
              <a:tblPr firstRow="1" bandRow="1">
                <a:tableStyleId>{9D7B26C5-4107-4FEC-AEDC-1716B250A1EF}</a:tableStyleId>
              </a:tblPr>
              <a:tblGrid>
                <a:gridCol w="1246667">
                  <a:extLst>
                    <a:ext uri="{9D8B030D-6E8A-4147-A177-3AD203B41FA5}">
                      <a16:colId xmlns:a16="http://schemas.microsoft.com/office/drawing/2014/main" val="3570146869"/>
                    </a:ext>
                  </a:extLst>
                </a:gridCol>
                <a:gridCol w="3040616">
                  <a:extLst>
                    <a:ext uri="{9D8B030D-6E8A-4147-A177-3AD203B41FA5}">
                      <a16:colId xmlns:a16="http://schemas.microsoft.com/office/drawing/2014/main" val="3585218142"/>
                    </a:ext>
                  </a:extLst>
                </a:gridCol>
                <a:gridCol w="3040616">
                  <a:extLst>
                    <a:ext uri="{9D8B030D-6E8A-4147-A177-3AD203B41FA5}">
                      <a16:colId xmlns:a16="http://schemas.microsoft.com/office/drawing/2014/main" val="1574458796"/>
                    </a:ext>
                  </a:extLst>
                </a:gridCol>
                <a:gridCol w="3040616">
                  <a:extLst>
                    <a:ext uri="{9D8B030D-6E8A-4147-A177-3AD203B41FA5}">
                      <a16:colId xmlns:a16="http://schemas.microsoft.com/office/drawing/2014/main" val="2425732287"/>
                    </a:ext>
                  </a:extLst>
                </a:gridCol>
              </a:tblGrid>
              <a:tr h="370840">
                <a:tc>
                  <a:txBody>
                    <a:bodyPr/>
                    <a:lstStyle/>
                    <a:p>
                      <a:pPr algn="l"/>
                      <a:r>
                        <a:rPr lang="nl-NL"/>
                        <a:t>Row</a:t>
                      </a:r>
                      <a:endParaRPr lang="en-GB" dirty="0"/>
                    </a:p>
                  </a:txBody>
                  <a:tcPr>
                    <a:lnR w="12700" cap="flat" cmpd="sng" algn="ctr">
                      <a:solidFill>
                        <a:schemeClr val="tx1"/>
                      </a:solidFill>
                      <a:prstDash val="solid"/>
                      <a:round/>
                      <a:headEnd type="none" w="med" len="med"/>
                      <a:tailEnd type="none" w="med" len="med"/>
                    </a:lnR>
                  </a:tcPr>
                </a:tc>
                <a:tc>
                  <a:txBody>
                    <a:bodyPr/>
                    <a:lstStyle/>
                    <a:p>
                      <a:r>
                        <a:rPr lang="nl-NL"/>
                        <a:t>Feature 1</a:t>
                      </a:r>
                      <a:endParaRPr lang="en-GB" dirty="0"/>
                    </a:p>
                  </a:txBody>
                  <a:tcPr>
                    <a:lnL w="12700" cap="flat" cmpd="sng" algn="ctr">
                      <a:solidFill>
                        <a:schemeClr val="tx1"/>
                      </a:solidFill>
                      <a:prstDash val="solid"/>
                      <a:round/>
                      <a:headEnd type="none" w="med" len="med"/>
                      <a:tailEnd type="none" w="med" len="med"/>
                    </a:lnL>
                  </a:tcPr>
                </a:tc>
                <a:tc>
                  <a:txBody>
                    <a:bodyPr/>
                    <a:lstStyle/>
                    <a:p>
                      <a:r>
                        <a:rPr lang="nl-NL" dirty="0"/>
                        <a:t>Feature 2</a:t>
                      </a:r>
                      <a:endParaRPr lang="en-GB" dirty="0"/>
                    </a:p>
                  </a:txBody>
                  <a:tcPr/>
                </a:tc>
                <a:tc>
                  <a:txBody>
                    <a:bodyPr/>
                    <a:lstStyle/>
                    <a:p>
                      <a:r>
                        <a:rPr lang="nl-NL"/>
                        <a:t>Feature 3</a:t>
                      </a:r>
                      <a:endParaRPr lang="en-GB" dirty="0"/>
                    </a:p>
                  </a:txBody>
                  <a:tcPr/>
                </a:tc>
                <a:extLst>
                  <a:ext uri="{0D108BD9-81ED-4DB2-BD59-A6C34878D82A}">
                    <a16:rowId xmlns:a16="http://schemas.microsoft.com/office/drawing/2014/main" val="1701380735"/>
                  </a:ext>
                </a:extLst>
              </a:tr>
              <a:tr h="370840">
                <a:tc>
                  <a:txBody>
                    <a:bodyPr/>
                    <a:lstStyle/>
                    <a:p>
                      <a:pPr algn="l"/>
                      <a:r>
                        <a:rPr lang="nl-NL"/>
                        <a:t>1</a:t>
                      </a:r>
                      <a:endParaRPr lang="en-GB" dirty="0"/>
                    </a:p>
                  </a:txBody>
                  <a:tcPr>
                    <a:lnR w="12700" cap="flat" cmpd="sng" algn="ctr">
                      <a:solidFill>
                        <a:schemeClr val="tx1"/>
                      </a:solidFill>
                      <a:prstDash val="solid"/>
                      <a:round/>
                      <a:headEnd type="none" w="med" len="med"/>
                      <a:tailEnd type="none" w="med" len="med"/>
                    </a:lnR>
                  </a:tcPr>
                </a:tc>
                <a:tc>
                  <a:txBody>
                    <a:bodyPr/>
                    <a:lstStyle/>
                    <a:p>
                      <a:r>
                        <a:rPr lang="nl-NL"/>
                        <a:t>10</a:t>
                      </a:r>
                      <a:endParaRPr lang="en-GB" dirty="0"/>
                    </a:p>
                  </a:txBody>
                  <a:tcPr>
                    <a:lnL w="12700" cap="flat" cmpd="sng" algn="ctr">
                      <a:solidFill>
                        <a:schemeClr val="tx1"/>
                      </a:solidFill>
                      <a:prstDash val="solid"/>
                      <a:round/>
                      <a:headEnd type="none" w="med" len="med"/>
                      <a:tailEnd type="none" w="med" len="med"/>
                    </a:lnL>
                  </a:tcPr>
                </a:tc>
                <a:tc>
                  <a:txBody>
                    <a:bodyPr/>
                    <a:lstStyle/>
                    <a:p>
                      <a:r>
                        <a:rPr lang="nl-NL" dirty="0"/>
                        <a:t>3.25</a:t>
                      </a:r>
                      <a:endParaRPr lang="en-GB" dirty="0"/>
                    </a:p>
                  </a:txBody>
                  <a:tcPr/>
                </a:tc>
                <a:tc>
                  <a:txBody>
                    <a:bodyPr/>
                    <a:lstStyle/>
                    <a:p>
                      <a:r>
                        <a:rPr lang="nl-NL" dirty="0"/>
                        <a:t>“Sydney”</a:t>
                      </a:r>
                      <a:endParaRPr lang="en-GB" dirty="0"/>
                    </a:p>
                  </a:txBody>
                  <a:tcPr/>
                </a:tc>
                <a:extLst>
                  <a:ext uri="{0D108BD9-81ED-4DB2-BD59-A6C34878D82A}">
                    <a16:rowId xmlns:a16="http://schemas.microsoft.com/office/drawing/2014/main" val="2487017286"/>
                  </a:ext>
                </a:extLst>
              </a:tr>
            </a:tbl>
          </a:graphicData>
        </a:graphic>
      </p:graphicFrame>
    </p:spTree>
    <p:extLst>
      <p:ext uri="{BB962C8B-B14F-4D97-AF65-F5344CB8AC3E}">
        <p14:creationId xmlns:p14="http://schemas.microsoft.com/office/powerpoint/2010/main" val="254118709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F9F890-4123-4667-A73C-20DF1E19351E}"/>
              </a:ext>
            </a:extLst>
          </p:cNvPr>
          <p:cNvSpPr>
            <a:spLocks noGrp="1"/>
          </p:cNvSpPr>
          <p:nvPr>
            <p:ph type="title"/>
          </p:nvPr>
        </p:nvSpPr>
        <p:spPr>
          <a:xfrm>
            <a:off x="838200" y="365125"/>
            <a:ext cx="10515600" cy="1325563"/>
          </a:xfrm>
        </p:spPr>
        <p:txBody>
          <a:bodyPr/>
          <a:lstStyle/>
          <a:p>
            <a:r>
              <a:rPr lang="en-GB"/>
              <a:t>Perturbation</a:t>
            </a:r>
          </a:p>
        </p:txBody>
      </p:sp>
      <p:sp>
        <p:nvSpPr>
          <p:cNvPr id="3" name="Content Placeholder 2">
            <a:extLst>
              <a:ext uri="{FF2B5EF4-FFF2-40B4-BE49-F238E27FC236}">
                <a16:creationId xmlns:a16="http://schemas.microsoft.com/office/drawing/2014/main" id="{3C20D6C5-A67C-4AFD-85D7-C46A61ED9F51}"/>
              </a:ext>
            </a:extLst>
          </p:cNvPr>
          <p:cNvSpPr>
            <a:spLocks noGrp="1"/>
          </p:cNvSpPr>
          <p:nvPr>
            <p:ph idx="1"/>
          </p:nvPr>
        </p:nvSpPr>
        <p:spPr>
          <a:xfrm>
            <a:off x="838200" y="1825625"/>
            <a:ext cx="4563140" cy="4351338"/>
          </a:xfrm>
        </p:spPr>
        <p:txBody>
          <a:bodyPr/>
          <a:lstStyle/>
          <a:p>
            <a:r>
              <a:rPr lang="en-GB" dirty="0"/>
              <a:t>Model-agnostic explainers rely on perturbations</a:t>
            </a:r>
          </a:p>
          <a:p>
            <a:pPr>
              <a:buClr>
                <a:schemeClr val="tx1"/>
              </a:buClr>
            </a:pPr>
            <a:r>
              <a:rPr lang="en-GB" dirty="0">
                <a:solidFill>
                  <a:srgbClr val="FF9500"/>
                </a:solidFill>
              </a:rPr>
              <a:t>Perturbation</a:t>
            </a:r>
            <a:r>
              <a:rPr lang="en-GB" dirty="0"/>
              <a:t>:</a:t>
            </a:r>
          </a:p>
          <a:p>
            <a:pPr marL="457200" lvl="1" indent="0">
              <a:buNone/>
            </a:pPr>
            <a:r>
              <a:rPr lang="en-GB" dirty="0"/>
              <a:t>Masking feature value of an instance</a:t>
            </a:r>
          </a:p>
          <a:p>
            <a:r>
              <a:rPr lang="en-GB" dirty="0"/>
              <a:t>Effect of perturbation on model output</a:t>
            </a:r>
          </a:p>
          <a:p>
            <a:r>
              <a:rPr lang="en-GB" dirty="0"/>
              <a:t>Can be applied to any model</a:t>
            </a:r>
          </a:p>
        </p:txBody>
      </p:sp>
      <p:sp>
        <p:nvSpPr>
          <p:cNvPr id="4" name="Slide Number Placeholder 3">
            <a:extLst>
              <a:ext uri="{FF2B5EF4-FFF2-40B4-BE49-F238E27FC236}">
                <a16:creationId xmlns:a16="http://schemas.microsoft.com/office/drawing/2014/main" id="{96F0B93D-94E0-461D-BA39-044EA784B633}"/>
              </a:ext>
            </a:extLst>
          </p:cNvPr>
          <p:cNvSpPr>
            <a:spLocks noGrp="1"/>
          </p:cNvSpPr>
          <p:nvPr>
            <p:ph type="sldNum" sz="quarter" idx="11"/>
          </p:nvPr>
        </p:nvSpPr>
        <p:spPr>
          <a:xfrm>
            <a:off x="8610600" y="6356350"/>
            <a:ext cx="2743200" cy="365125"/>
          </a:xfrm>
        </p:spPr>
        <p:txBody>
          <a:bodyPr/>
          <a:lstStyle/>
          <a:p>
            <a:pPr>
              <a:defRPr/>
            </a:pPr>
            <a:fld id="{90CBDC3A-D49F-4631-A8C7-55D59B33E5FA}" type="slidenum">
              <a:rPr lang="en-US" smtClean="0"/>
              <a:pPr>
                <a:defRPr/>
              </a:pPr>
              <a:t>14</a:t>
            </a:fld>
            <a:endParaRPr lang="en-US" dirty="0"/>
          </a:p>
        </p:txBody>
      </p:sp>
      <p:graphicFrame>
        <p:nvGraphicFramePr>
          <p:cNvPr id="5" name="Table 5">
            <a:extLst>
              <a:ext uri="{FF2B5EF4-FFF2-40B4-BE49-F238E27FC236}">
                <a16:creationId xmlns:a16="http://schemas.microsoft.com/office/drawing/2014/main" id="{E48D4C19-D924-4DEA-8367-E9F9C3710D66}"/>
              </a:ext>
            </a:extLst>
          </p:cNvPr>
          <p:cNvGraphicFramePr>
            <a:graphicFrameLocks noGrp="1"/>
          </p:cNvGraphicFramePr>
          <p:nvPr>
            <p:extLst>
              <p:ext uri="{D42A27DB-BD31-4B8C-83A1-F6EECF244321}">
                <p14:modId xmlns:p14="http://schemas.microsoft.com/office/powerpoint/2010/main" val="1266001469"/>
              </p:ext>
            </p:extLst>
          </p:nvPr>
        </p:nvGraphicFramePr>
        <p:xfrm>
          <a:off x="6351186" y="2014893"/>
          <a:ext cx="5398977" cy="757629"/>
        </p:xfrm>
        <a:graphic>
          <a:graphicData uri="http://schemas.openxmlformats.org/drawingml/2006/table">
            <a:tbl>
              <a:tblPr firstRow="1" bandRow="1">
                <a:tableStyleId>{9D7B26C5-4107-4FEC-AEDC-1716B250A1EF}</a:tableStyleId>
              </a:tblPr>
              <a:tblGrid>
                <a:gridCol w="1283659">
                  <a:extLst>
                    <a:ext uri="{9D8B030D-6E8A-4147-A177-3AD203B41FA5}">
                      <a16:colId xmlns:a16="http://schemas.microsoft.com/office/drawing/2014/main" val="3585218142"/>
                    </a:ext>
                  </a:extLst>
                </a:gridCol>
                <a:gridCol w="1283659">
                  <a:extLst>
                    <a:ext uri="{9D8B030D-6E8A-4147-A177-3AD203B41FA5}">
                      <a16:colId xmlns:a16="http://schemas.microsoft.com/office/drawing/2014/main" val="1574458796"/>
                    </a:ext>
                  </a:extLst>
                </a:gridCol>
                <a:gridCol w="1283659">
                  <a:extLst>
                    <a:ext uri="{9D8B030D-6E8A-4147-A177-3AD203B41FA5}">
                      <a16:colId xmlns:a16="http://schemas.microsoft.com/office/drawing/2014/main" val="2425732287"/>
                    </a:ext>
                  </a:extLst>
                </a:gridCol>
                <a:gridCol w="1548000">
                  <a:extLst>
                    <a:ext uri="{9D8B030D-6E8A-4147-A177-3AD203B41FA5}">
                      <a16:colId xmlns:a16="http://schemas.microsoft.com/office/drawing/2014/main" val="3047535203"/>
                    </a:ext>
                  </a:extLst>
                </a:gridCol>
              </a:tblGrid>
              <a:tr h="386789">
                <a:tc>
                  <a:txBody>
                    <a:bodyPr/>
                    <a:lstStyle/>
                    <a:p>
                      <a:r>
                        <a:rPr lang="nl-NL" dirty="0"/>
                        <a:t>Feature 1</a:t>
                      </a:r>
                      <a:endParaRPr lang="en-GB" dirty="0"/>
                    </a:p>
                  </a:txBody>
                  <a:tcPr>
                    <a:lnL w="12700" cap="flat" cmpd="sng" algn="ctr">
                      <a:noFill/>
                      <a:prstDash val="solid"/>
                      <a:round/>
                      <a:headEnd type="none" w="med" len="med"/>
                      <a:tailEnd type="none" w="med" len="med"/>
                    </a:lnL>
                  </a:tcPr>
                </a:tc>
                <a:tc>
                  <a:txBody>
                    <a:bodyPr/>
                    <a:lstStyle/>
                    <a:p>
                      <a:r>
                        <a:rPr lang="nl-NL" dirty="0"/>
                        <a:t>Feature 2</a:t>
                      </a:r>
                      <a:endParaRPr lang="en-GB" dirty="0"/>
                    </a:p>
                  </a:txBody>
                  <a:tcPr/>
                </a:tc>
                <a:tc>
                  <a:txBody>
                    <a:bodyPr/>
                    <a:lstStyle/>
                    <a:p>
                      <a:r>
                        <a:rPr lang="nl-NL" dirty="0"/>
                        <a:t>Feature 3</a:t>
                      </a:r>
                      <a:endParaRPr lang="en-GB" dirty="0"/>
                    </a:p>
                  </a:txBody>
                  <a:tcPr>
                    <a:lnR w="12700" cap="flat" cmpd="sng" algn="ctr">
                      <a:solidFill>
                        <a:schemeClr val="tx1"/>
                      </a:solidFill>
                      <a:prstDash val="solid"/>
                      <a:round/>
                      <a:headEnd type="none" w="med" len="med"/>
                      <a:tailEnd type="none" w="med" len="med"/>
                    </a:lnR>
                  </a:tcPr>
                </a:tc>
                <a:tc>
                  <a:txBody>
                    <a:bodyPr/>
                    <a:lstStyle/>
                    <a:p>
                      <a:r>
                        <a:rPr lang="nl-NL" sz="1200" dirty="0"/>
                        <a:t>Model </a:t>
                      </a:r>
                      <a:r>
                        <a:rPr lang="nl-NL" dirty="0"/>
                        <a:t>Output</a:t>
                      </a:r>
                      <a:endParaRPr lang="en-GB" dirty="0"/>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1701380735"/>
                  </a:ext>
                </a:extLst>
              </a:tr>
              <a:tr h="370840">
                <a:tc>
                  <a:txBody>
                    <a:bodyPr/>
                    <a:lstStyle/>
                    <a:p>
                      <a:r>
                        <a:rPr lang="nl-NL" dirty="0"/>
                        <a:t>10</a:t>
                      </a:r>
                      <a:endParaRPr lang="en-GB" dirty="0"/>
                    </a:p>
                  </a:txBody>
                  <a:tcPr>
                    <a:lnL w="12700" cap="flat" cmpd="sng" algn="ctr">
                      <a:noFill/>
                      <a:prstDash val="solid"/>
                      <a:round/>
                      <a:headEnd type="none" w="med" len="med"/>
                      <a:tailEnd type="none" w="med" len="med"/>
                    </a:lnL>
                  </a:tcPr>
                </a:tc>
                <a:tc>
                  <a:txBody>
                    <a:bodyPr/>
                    <a:lstStyle/>
                    <a:p>
                      <a:r>
                        <a:rPr lang="nl-NL" dirty="0"/>
                        <a:t>3.25</a:t>
                      </a:r>
                      <a:endParaRPr lang="en-GB" dirty="0"/>
                    </a:p>
                  </a:txBody>
                  <a:tcPr/>
                </a:tc>
                <a:tc>
                  <a:txBody>
                    <a:bodyPr/>
                    <a:lstStyle/>
                    <a:p>
                      <a:r>
                        <a:rPr lang="nl-NL" dirty="0"/>
                        <a:t>“Sydney”</a:t>
                      </a:r>
                      <a:endParaRPr lang="en-GB" dirty="0"/>
                    </a:p>
                  </a:txBody>
                  <a:tcPr>
                    <a:lnR w="12700" cap="flat" cmpd="sng" algn="ctr">
                      <a:solidFill>
                        <a:schemeClr val="tx1"/>
                      </a:solidFill>
                      <a:prstDash val="solid"/>
                      <a:round/>
                      <a:headEnd type="none" w="med" len="med"/>
                      <a:tailEnd type="none" w="med" len="med"/>
                    </a:lnR>
                  </a:tcPr>
                </a:tc>
                <a:tc>
                  <a:txBody>
                    <a:bodyPr/>
                    <a:lstStyle/>
                    <a:p>
                      <a:r>
                        <a:rPr lang="nl-NL" dirty="0"/>
                        <a:t>80%</a:t>
                      </a:r>
                      <a:endParaRPr lang="en-GB" dirty="0"/>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2487017286"/>
                  </a:ext>
                </a:extLst>
              </a:tr>
            </a:tbl>
          </a:graphicData>
        </a:graphic>
      </p:graphicFrame>
      <p:graphicFrame>
        <p:nvGraphicFramePr>
          <p:cNvPr id="7" name="Table 5">
            <a:extLst>
              <a:ext uri="{FF2B5EF4-FFF2-40B4-BE49-F238E27FC236}">
                <a16:creationId xmlns:a16="http://schemas.microsoft.com/office/drawing/2014/main" id="{2882FA21-7CBC-4923-9AE6-175E46B2D012}"/>
              </a:ext>
            </a:extLst>
          </p:cNvPr>
          <p:cNvGraphicFramePr>
            <a:graphicFrameLocks noGrp="1"/>
          </p:cNvGraphicFramePr>
          <p:nvPr>
            <p:extLst>
              <p:ext uri="{D42A27DB-BD31-4B8C-83A1-F6EECF244321}">
                <p14:modId xmlns:p14="http://schemas.microsoft.com/office/powerpoint/2010/main" val="2542851400"/>
              </p:ext>
            </p:extLst>
          </p:nvPr>
        </p:nvGraphicFramePr>
        <p:xfrm>
          <a:off x="6351186" y="4325499"/>
          <a:ext cx="5398977" cy="757629"/>
        </p:xfrm>
        <a:graphic>
          <a:graphicData uri="http://schemas.openxmlformats.org/drawingml/2006/table">
            <a:tbl>
              <a:tblPr firstRow="1" bandRow="1">
                <a:tableStyleId>{9D7B26C5-4107-4FEC-AEDC-1716B250A1EF}</a:tableStyleId>
              </a:tblPr>
              <a:tblGrid>
                <a:gridCol w="1283659">
                  <a:extLst>
                    <a:ext uri="{9D8B030D-6E8A-4147-A177-3AD203B41FA5}">
                      <a16:colId xmlns:a16="http://schemas.microsoft.com/office/drawing/2014/main" val="3585218142"/>
                    </a:ext>
                  </a:extLst>
                </a:gridCol>
                <a:gridCol w="1283659">
                  <a:extLst>
                    <a:ext uri="{9D8B030D-6E8A-4147-A177-3AD203B41FA5}">
                      <a16:colId xmlns:a16="http://schemas.microsoft.com/office/drawing/2014/main" val="1574458796"/>
                    </a:ext>
                  </a:extLst>
                </a:gridCol>
                <a:gridCol w="1283659">
                  <a:extLst>
                    <a:ext uri="{9D8B030D-6E8A-4147-A177-3AD203B41FA5}">
                      <a16:colId xmlns:a16="http://schemas.microsoft.com/office/drawing/2014/main" val="2425732287"/>
                    </a:ext>
                  </a:extLst>
                </a:gridCol>
                <a:gridCol w="1548000">
                  <a:extLst>
                    <a:ext uri="{9D8B030D-6E8A-4147-A177-3AD203B41FA5}">
                      <a16:colId xmlns:a16="http://schemas.microsoft.com/office/drawing/2014/main" val="3047535203"/>
                    </a:ext>
                  </a:extLst>
                </a:gridCol>
              </a:tblGrid>
              <a:tr h="386789">
                <a:tc>
                  <a:txBody>
                    <a:bodyPr/>
                    <a:lstStyle/>
                    <a:p>
                      <a:r>
                        <a:rPr lang="nl-NL" dirty="0"/>
                        <a:t>Feature 1</a:t>
                      </a:r>
                      <a:endParaRPr lang="en-GB" dirty="0"/>
                    </a:p>
                  </a:txBody>
                  <a:tcPr>
                    <a:lnL w="12700" cap="flat" cmpd="sng" algn="ctr">
                      <a:noFill/>
                      <a:prstDash val="solid"/>
                      <a:round/>
                      <a:headEnd type="none" w="med" len="med"/>
                      <a:tailEnd type="none" w="med" len="med"/>
                    </a:lnL>
                  </a:tcPr>
                </a:tc>
                <a:tc>
                  <a:txBody>
                    <a:bodyPr/>
                    <a:lstStyle/>
                    <a:p>
                      <a:r>
                        <a:rPr lang="nl-NL" dirty="0"/>
                        <a:t>Feature 2</a:t>
                      </a:r>
                      <a:endParaRPr lang="en-GB" dirty="0"/>
                    </a:p>
                  </a:txBody>
                  <a:tcPr/>
                </a:tc>
                <a:tc>
                  <a:txBody>
                    <a:bodyPr/>
                    <a:lstStyle/>
                    <a:p>
                      <a:r>
                        <a:rPr lang="nl-NL" dirty="0"/>
                        <a:t>Feature 3</a:t>
                      </a:r>
                      <a:endParaRPr lang="en-GB" dirty="0"/>
                    </a:p>
                  </a:txBody>
                  <a:tcPr>
                    <a:lnR w="12700" cap="flat" cmpd="sng" algn="ctr">
                      <a:solidFill>
                        <a:schemeClr val="tx1"/>
                      </a:solidFill>
                      <a:prstDash val="solid"/>
                      <a:round/>
                      <a:headEnd type="none" w="med" len="med"/>
                      <a:tailEnd type="none" w="med" len="med"/>
                    </a:lnR>
                  </a:tcPr>
                </a:tc>
                <a:tc>
                  <a:txBody>
                    <a:bodyPr/>
                    <a:lstStyle/>
                    <a:p>
                      <a:r>
                        <a:rPr lang="nl-NL" sz="1200" dirty="0"/>
                        <a:t>Model </a:t>
                      </a:r>
                      <a:r>
                        <a:rPr lang="nl-NL" dirty="0"/>
                        <a:t>Output</a:t>
                      </a:r>
                      <a:endParaRPr lang="en-GB" dirty="0"/>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1701380735"/>
                  </a:ext>
                </a:extLst>
              </a:tr>
              <a:tr h="370840">
                <a:tc>
                  <a:txBody>
                    <a:bodyPr/>
                    <a:lstStyle/>
                    <a:p>
                      <a:r>
                        <a:rPr lang="nl-NL" dirty="0"/>
                        <a:t>10</a:t>
                      </a:r>
                      <a:endParaRPr lang="en-GB" dirty="0"/>
                    </a:p>
                  </a:txBody>
                  <a:tcPr>
                    <a:lnL w="12700" cap="flat" cmpd="sng" algn="ctr">
                      <a:noFill/>
                      <a:prstDash val="solid"/>
                      <a:round/>
                      <a:headEnd type="none" w="med" len="med"/>
                      <a:tailEnd type="none" w="med" len="med"/>
                    </a:lnL>
                  </a:tcPr>
                </a:tc>
                <a:tc>
                  <a:txBody>
                    <a:bodyPr/>
                    <a:lstStyle/>
                    <a:p>
                      <a:endParaRPr lang="en-GB" dirty="0">
                        <a:solidFill>
                          <a:schemeClr val="tx1"/>
                        </a:solidFill>
                        <a:latin typeface="Graphik Black"/>
                      </a:endParaRPr>
                    </a:p>
                  </a:txBody>
                  <a:tcPr/>
                </a:tc>
                <a:tc>
                  <a:txBody>
                    <a:bodyPr/>
                    <a:lstStyle/>
                    <a:p>
                      <a:r>
                        <a:rPr lang="nl-NL" dirty="0"/>
                        <a:t>“Sydney”</a:t>
                      </a:r>
                      <a:endParaRPr lang="en-GB" dirty="0"/>
                    </a:p>
                  </a:txBody>
                  <a:tcPr>
                    <a:lnR w="12700" cap="flat" cmpd="sng" algn="ctr">
                      <a:solidFill>
                        <a:schemeClr val="tx1"/>
                      </a:solidFill>
                      <a:prstDash val="solid"/>
                      <a:round/>
                      <a:headEnd type="none" w="med" len="med"/>
                      <a:tailEnd type="none" w="med" len="med"/>
                    </a:lnR>
                  </a:tcPr>
                </a:tc>
                <a:tc>
                  <a:txBody>
                    <a:bodyPr/>
                    <a:lstStyle/>
                    <a:p>
                      <a:r>
                        <a:rPr lang="nl-NL" dirty="0"/>
                        <a:t>90%</a:t>
                      </a:r>
                      <a:endParaRPr lang="en-GB" dirty="0"/>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2487017286"/>
                  </a:ext>
                </a:extLst>
              </a:tr>
            </a:tbl>
          </a:graphicData>
        </a:graphic>
      </p:graphicFrame>
      <p:sp>
        <p:nvSpPr>
          <p:cNvPr id="9" name="Arrow: Chevron 8">
            <a:extLst>
              <a:ext uri="{FF2B5EF4-FFF2-40B4-BE49-F238E27FC236}">
                <a16:creationId xmlns:a16="http://schemas.microsoft.com/office/drawing/2014/main" id="{EE95B330-5419-4359-B9E5-77C992FF1C41}"/>
              </a:ext>
            </a:extLst>
          </p:cNvPr>
          <p:cNvSpPr/>
          <p:nvPr/>
        </p:nvSpPr>
        <p:spPr>
          <a:xfrm rot="5400000">
            <a:off x="7811389" y="3299146"/>
            <a:ext cx="308343" cy="499730"/>
          </a:xfrm>
          <a:prstGeom prst="chevron">
            <a:avLst/>
          </a:prstGeom>
          <a:solidFill>
            <a:srgbClr val="FF95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Tree>
    <p:extLst>
      <p:ext uri="{BB962C8B-B14F-4D97-AF65-F5344CB8AC3E}">
        <p14:creationId xmlns:p14="http://schemas.microsoft.com/office/powerpoint/2010/main" val="78312405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7017EB-A4A6-4DF2-88A1-11F20619EAB1}"/>
              </a:ext>
            </a:extLst>
          </p:cNvPr>
          <p:cNvSpPr>
            <a:spLocks noGrp="1"/>
          </p:cNvSpPr>
          <p:nvPr>
            <p:ph type="title"/>
          </p:nvPr>
        </p:nvSpPr>
        <p:spPr/>
        <p:txBody>
          <a:bodyPr/>
          <a:lstStyle/>
          <a:p>
            <a:r>
              <a:rPr lang="nl-NL" dirty="0"/>
              <a:t>Lime </a:t>
            </a:r>
            <a:r>
              <a:rPr lang="nl-NL" sz="3200" baseline="30000" dirty="0"/>
              <a:t>[1] </a:t>
            </a:r>
            <a:endParaRPr lang="en-GB" baseline="30000" dirty="0"/>
          </a:p>
        </p:txBody>
      </p:sp>
      <p:sp>
        <p:nvSpPr>
          <p:cNvPr id="3" name="Content Placeholder 2">
            <a:extLst>
              <a:ext uri="{FF2B5EF4-FFF2-40B4-BE49-F238E27FC236}">
                <a16:creationId xmlns:a16="http://schemas.microsoft.com/office/drawing/2014/main" id="{E90A394B-BE5A-4230-9C64-8C3E78B9D44A}"/>
              </a:ext>
            </a:extLst>
          </p:cNvPr>
          <p:cNvSpPr>
            <a:spLocks noGrp="1"/>
          </p:cNvSpPr>
          <p:nvPr>
            <p:ph idx="1"/>
          </p:nvPr>
        </p:nvSpPr>
        <p:spPr/>
        <p:txBody>
          <a:bodyPr/>
          <a:lstStyle/>
          <a:p>
            <a:pPr marL="0" indent="0">
              <a:buNone/>
            </a:pPr>
            <a:r>
              <a:rPr lang="en-GB" dirty="0"/>
              <a:t>Local Interpretable Model-agnostic Explanations</a:t>
            </a:r>
          </a:p>
          <a:p>
            <a:endParaRPr lang="en-GB" dirty="0"/>
          </a:p>
          <a:p>
            <a:pPr marL="0" indent="0">
              <a:buNone/>
            </a:pPr>
            <a:r>
              <a:rPr lang="en-GB" dirty="0"/>
              <a:t>Creates explanations that are:</a:t>
            </a:r>
          </a:p>
          <a:p>
            <a:pPr marL="514350" indent="-514350">
              <a:buFont typeface="+mj-lt"/>
              <a:buAutoNum type="arabicPeriod"/>
            </a:pPr>
            <a:r>
              <a:rPr lang="en-GB" dirty="0"/>
              <a:t>Interpretable </a:t>
            </a:r>
            <a:r>
              <a:rPr lang="en-GB" sz="1800" dirty="0"/>
              <a:t>(by humans)</a:t>
            </a:r>
          </a:p>
          <a:p>
            <a:pPr marL="514350" indent="-514350">
              <a:buFont typeface="+mj-lt"/>
              <a:buAutoNum type="arabicPeriod"/>
            </a:pPr>
            <a:r>
              <a:rPr lang="en-GB" dirty="0"/>
              <a:t>Model-agnostic</a:t>
            </a:r>
          </a:p>
          <a:p>
            <a:pPr marL="514350" indent="-514350">
              <a:buFont typeface="+mj-lt"/>
              <a:buAutoNum type="arabicPeriod"/>
            </a:pPr>
            <a:r>
              <a:rPr lang="en-GB" dirty="0"/>
              <a:t>Locally accurate / fidelity</a:t>
            </a:r>
          </a:p>
        </p:txBody>
      </p:sp>
      <p:sp>
        <p:nvSpPr>
          <p:cNvPr id="4" name="Slide Number Placeholder 3">
            <a:extLst>
              <a:ext uri="{FF2B5EF4-FFF2-40B4-BE49-F238E27FC236}">
                <a16:creationId xmlns:a16="http://schemas.microsoft.com/office/drawing/2014/main" id="{C6506DAA-8EFB-47DF-BE8D-9A711E58D984}"/>
              </a:ext>
            </a:extLst>
          </p:cNvPr>
          <p:cNvSpPr>
            <a:spLocks noGrp="1"/>
          </p:cNvSpPr>
          <p:nvPr>
            <p:ph type="sldNum" sz="quarter" idx="11"/>
          </p:nvPr>
        </p:nvSpPr>
        <p:spPr/>
        <p:txBody>
          <a:bodyPr/>
          <a:lstStyle/>
          <a:p>
            <a:pPr>
              <a:defRPr/>
            </a:pPr>
            <a:fld id="{90CBDC3A-D49F-4631-A8C7-55D59B33E5FA}" type="slidenum">
              <a:rPr lang="en-US" smtClean="0"/>
              <a:pPr>
                <a:defRPr/>
              </a:pPr>
              <a:t>15</a:t>
            </a:fld>
            <a:endParaRPr lang="en-US" dirty="0"/>
          </a:p>
        </p:txBody>
      </p:sp>
      <p:sp>
        <p:nvSpPr>
          <p:cNvPr id="5" name="Content Placeholder 2">
            <a:extLst>
              <a:ext uri="{FF2B5EF4-FFF2-40B4-BE49-F238E27FC236}">
                <a16:creationId xmlns:a16="http://schemas.microsoft.com/office/drawing/2014/main" id="{6E55B2E7-7CB6-4E57-95DC-F6BFC1D5B6E0}"/>
              </a:ext>
            </a:extLst>
          </p:cNvPr>
          <p:cNvSpPr txBox="1">
            <a:spLocks/>
          </p:cNvSpPr>
          <p:nvPr/>
        </p:nvSpPr>
        <p:spPr>
          <a:xfrm>
            <a:off x="838199" y="6255535"/>
            <a:ext cx="7295707" cy="237340"/>
          </a:xfrm>
          <a:prstGeom prst="rect">
            <a:avLst/>
          </a:prstGeom>
        </p:spPr>
        <p:txBody>
          <a:bodyPr vert="horz" lIns="91440" tIns="45720" rIns="91440" bIns="45720" rtlCol="0">
            <a:normAutofit fontScale="2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GB" sz="4800" dirty="0"/>
              <a:t>[1] Ribeiro, M. T., Singh, S., &amp; </a:t>
            </a:r>
            <a:r>
              <a:rPr lang="en-GB" sz="4800" dirty="0" err="1"/>
              <a:t>Guestrin</a:t>
            </a:r>
            <a:r>
              <a:rPr lang="en-GB" sz="4800" dirty="0"/>
              <a:t>, C. (2016). “Why should I trust</a:t>
            </a:r>
            <a:br>
              <a:rPr lang="en-GB" sz="4800" dirty="0"/>
            </a:br>
            <a:r>
              <a:rPr lang="en-GB" sz="4800" dirty="0"/>
              <a:t>you?” Explaining the predictions of any classifier. </a:t>
            </a:r>
            <a:br>
              <a:rPr lang="en-GB" dirty="0"/>
            </a:br>
            <a:endParaRPr lang="en-GB" dirty="0"/>
          </a:p>
        </p:txBody>
      </p:sp>
    </p:spTree>
    <p:extLst>
      <p:ext uri="{BB962C8B-B14F-4D97-AF65-F5344CB8AC3E}">
        <p14:creationId xmlns:p14="http://schemas.microsoft.com/office/powerpoint/2010/main" val="355747431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7017EB-A4A6-4DF2-88A1-11F20619EAB1}"/>
              </a:ext>
            </a:extLst>
          </p:cNvPr>
          <p:cNvSpPr>
            <a:spLocks noGrp="1"/>
          </p:cNvSpPr>
          <p:nvPr>
            <p:ph type="title"/>
          </p:nvPr>
        </p:nvSpPr>
        <p:spPr/>
        <p:txBody>
          <a:bodyPr/>
          <a:lstStyle/>
          <a:p>
            <a:r>
              <a:rPr lang="nl-NL" dirty="0"/>
              <a:t>Lime</a:t>
            </a:r>
            <a:endParaRPr lang="en-GB" dirty="0"/>
          </a:p>
        </p:txBody>
      </p:sp>
      <p:sp>
        <p:nvSpPr>
          <p:cNvPr id="3" name="Content Placeholder 2">
            <a:extLst>
              <a:ext uri="{FF2B5EF4-FFF2-40B4-BE49-F238E27FC236}">
                <a16:creationId xmlns:a16="http://schemas.microsoft.com/office/drawing/2014/main" id="{E90A394B-BE5A-4230-9C64-8C3E78B9D44A}"/>
              </a:ext>
            </a:extLst>
          </p:cNvPr>
          <p:cNvSpPr>
            <a:spLocks noGrp="1"/>
          </p:cNvSpPr>
          <p:nvPr>
            <p:ph idx="1"/>
          </p:nvPr>
        </p:nvSpPr>
        <p:spPr>
          <a:xfrm>
            <a:off x="838200" y="1825625"/>
            <a:ext cx="5551967" cy="4351338"/>
          </a:xfrm>
        </p:spPr>
        <p:txBody>
          <a:bodyPr/>
          <a:lstStyle/>
          <a:p>
            <a:pPr marL="0" indent="0">
              <a:buNone/>
            </a:pPr>
            <a:r>
              <a:rPr lang="en-GB" dirty="0"/>
              <a:t>Example: Local explanation to an instance of the data</a:t>
            </a:r>
          </a:p>
          <a:p>
            <a:endParaRPr lang="nl-NL" dirty="0"/>
          </a:p>
          <a:p>
            <a:r>
              <a:rPr lang="en-GB" sz="2400" dirty="0"/>
              <a:t>Weighted perturbed samples shown </a:t>
            </a:r>
            <a:r>
              <a:rPr lang="nl-NL" sz="2400" dirty="0"/>
              <a:t>as crosses/</a:t>
            </a:r>
            <a:r>
              <a:rPr lang="en-GB" sz="2400" dirty="0"/>
              <a:t>circles</a:t>
            </a:r>
          </a:p>
          <a:p>
            <a:r>
              <a:rPr lang="en-GB" sz="2400" dirty="0"/>
              <a:t>Dashed line is the explanation</a:t>
            </a:r>
          </a:p>
          <a:p>
            <a:r>
              <a:rPr lang="en-GB" sz="2400" dirty="0"/>
              <a:t>Background colour represents the model’s (non-linear) decision boundary</a:t>
            </a:r>
          </a:p>
        </p:txBody>
      </p:sp>
      <p:sp>
        <p:nvSpPr>
          <p:cNvPr id="4" name="Slide Number Placeholder 3">
            <a:extLst>
              <a:ext uri="{FF2B5EF4-FFF2-40B4-BE49-F238E27FC236}">
                <a16:creationId xmlns:a16="http://schemas.microsoft.com/office/drawing/2014/main" id="{C6506DAA-8EFB-47DF-BE8D-9A711E58D984}"/>
              </a:ext>
            </a:extLst>
          </p:cNvPr>
          <p:cNvSpPr>
            <a:spLocks noGrp="1"/>
          </p:cNvSpPr>
          <p:nvPr>
            <p:ph type="sldNum" sz="quarter" idx="11"/>
          </p:nvPr>
        </p:nvSpPr>
        <p:spPr/>
        <p:txBody>
          <a:bodyPr/>
          <a:lstStyle/>
          <a:p>
            <a:pPr>
              <a:defRPr/>
            </a:pPr>
            <a:fld id="{90CBDC3A-D49F-4631-A8C7-55D59B33E5FA}" type="slidenum">
              <a:rPr lang="en-US" smtClean="0"/>
              <a:pPr>
                <a:defRPr/>
              </a:pPr>
              <a:t>16</a:t>
            </a:fld>
            <a:endParaRPr lang="en-US" dirty="0"/>
          </a:p>
        </p:txBody>
      </p:sp>
      <p:grpSp>
        <p:nvGrpSpPr>
          <p:cNvPr id="6" name="Group 5">
            <a:extLst>
              <a:ext uri="{FF2B5EF4-FFF2-40B4-BE49-F238E27FC236}">
                <a16:creationId xmlns:a16="http://schemas.microsoft.com/office/drawing/2014/main" id="{7CB1F207-EA06-41DA-AA5E-1D8B682A90FD}"/>
              </a:ext>
            </a:extLst>
          </p:cNvPr>
          <p:cNvGrpSpPr/>
          <p:nvPr/>
        </p:nvGrpSpPr>
        <p:grpSpPr>
          <a:xfrm>
            <a:off x="6588309" y="1825625"/>
            <a:ext cx="5267325" cy="3553599"/>
            <a:chOff x="1931249" y="3127597"/>
            <a:chExt cx="5267325" cy="3553599"/>
          </a:xfrm>
        </p:grpSpPr>
        <p:pic>
          <p:nvPicPr>
            <p:cNvPr id="1026" name="Picture 2">
              <a:extLst>
                <a:ext uri="{FF2B5EF4-FFF2-40B4-BE49-F238E27FC236}">
                  <a16:creationId xmlns:a16="http://schemas.microsoft.com/office/drawing/2014/main" id="{5BD6C519-13D0-4E35-BA9B-BE4385AEE5B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31249" y="3127597"/>
              <a:ext cx="5267325" cy="3276600"/>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A134EDD2-5AED-4A6B-8AC1-17B6C48B9797}"/>
                </a:ext>
              </a:extLst>
            </p:cNvPr>
            <p:cNvSpPr txBox="1"/>
            <p:nvPr/>
          </p:nvSpPr>
          <p:spPr>
            <a:xfrm>
              <a:off x="1931249" y="6404197"/>
              <a:ext cx="5267325" cy="276999"/>
            </a:xfrm>
            <a:prstGeom prst="rect">
              <a:avLst/>
            </a:prstGeom>
            <a:noFill/>
          </p:spPr>
          <p:txBody>
            <a:bodyPr wrap="square" rtlCol="0">
              <a:spAutoFit/>
            </a:bodyPr>
            <a:lstStyle/>
            <a:p>
              <a:r>
                <a:rPr lang="nl-NL" sz="1100" dirty="0"/>
                <a:t>Source: </a:t>
              </a:r>
              <a:r>
                <a:rPr lang="en-GB" sz="1200" dirty="0">
                  <a:hlinkClick r:id="rId3"/>
                </a:rPr>
                <a:t>https://github.com/marcotcr/lime</a:t>
              </a:r>
              <a:endParaRPr lang="en-GB" sz="1200" dirty="0"/>
            </a:p>
          </p:txBody>
        </p:sp>
      </p:grpSp>
    </p:spTree>
    <p:extLst>
      <p:ext uri="{BB962C8B-B14F-4D97-AF65-F5344CB8AC3E}">
        <p14:creationId xmlns:p14="http://schemas.microsoft.com/office/powerpoint/2010/main" val="306458615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48525F-961E-4FA3-BF09-989E5A432865}"/>
              </a:ext>
            </a:extLst>
          </p:cNvPr>
          <p:cNvSpPr>
            <a:spLocks noGrp="1"/>
          </p:cNvSpPr>
          <p:nvPr>
            <p:ph type="title"/>
          </p:nvPr>
        </p:nvSpPr>
        <p:spPr/>
        <p:txBody>
          <a:bodyPr/>
          <a:lstStyle/>
          <a:p>
            <a:r>
              <a:rPr lang="en-GB" dirty="0"/>
              <a:t>Shap</a:t>
            </a:r>
            <a:r>
              <a:rPr lang="nl-NL" baseline="30000" dirty="0"/>
              <a:t> </a:t>
            </a:r>
            <a:r>
              <a:rPr lang="nl-NL" sz="3200" baseline="30000" dirty="0"/>
              <a:t>[2]</a:t>
            </a:r>
            <a:endParaRPr lang="en-GB" dirty="0"/>
          </a:p>
        </p:txBody>
      </p:sp>
      <p:sp>
        <p:nvSpPr>
          <p:cNvPr id="3" name="Content Placeholder 2">
            <a:extLst>
              <a:ext uri="{FF2B5EF4-FFF2-40B4-BE49-F238E27FC236}">
                <a16:creationId xmlns:a16="http://schemas.microsoft.com/office/drawing/2014/main" id="{B2B46180-97FD-4081-B53C-98479B31BF5F}"/>
              </a:ext>
            </a:extLst>
          </p:cNvPr>
          <p:cNvSpPr>
            <a:spLocks noGrp="1"/>
          </p:cNvSpPr>
          <p:nvPr>
            <p:ph idx="1"/>
          </p:nvPr>
        </p:nvSpPr>
        <p:spPr>
          <a:xfrm>
            <a:off x="838199" y="1825625"/>
            <a:ext cx="8465289" cy="4351338"/>
          </a:xfrm>
        </p:spPr>
        <p:txBody>
          <a:bodyPr/>
          <a:lstStyle/>
          <a:p>
            <a:pPr marL="0" indent="0">
              <a:buNone/>
            </a:pPr>
            <a:r>
              <a:rPr lang="en-GB" dirty="0"/>
              <a:t>Shap values are the most </a:t>
            </a:r>
            <a:r>
              <a:rPr lang="en-GB" dirty="0">
                <a:solidFill>
                  <a:srgbClr val="FF9500"/>
                </a:solidFill>
              </a:rPr>
              <a:t>consistent</a:t>
            </a:r>
            <a:r>
              <a:rPr lang="en-GB" dirty="0"/>
              <a:t> and computationally viable values for a linear explanation model</a:t>
            </a:r>
          </a:p>
          <a:p>
            <a:endParaRPr lang="en-GB" dirty="0"/>
          </a:p>
          <a:p>
            <a:pPr marL="0" indent="0">
              <a:buNone/>
            </a:pPr>
            <a:r>
              <a:rPr lang="en-GB" dirty="0">
                <a:solidFill>
                  <a:srgbClr val="FF9500"/>
                </a:solidFill>
              </a:rPr>
              <a:t>Consistency </a:t>
            </a:r>
            <a:r>
              <a:rPr lang="en-GB" dirty="0"/>
              <a:t>is defined by three properties:</a:t>
            </a:r>
          </a:p>
          <a:p>
            <a:pPr marL="514350" indent="-514350">
              <a:buFont typeface="+mj-lt"/>
              <a:buAutoNum type="arabicPeriod"/>
            </a:pPr>
            <a:r>
              <a:rPr lang="en-GB" dirty="0"/>
              <a:t>Local accuracy</a:t>
            </a:r>
          </a:p>
          <a:p>
            <a:pPr marL="514350" indent="-514350">
              <a:buFont typeface="+mj-lt"/>
              <a:buAutoNum type="arabicPeriod"/>
            </a:pPr>
            <a:r>
              <a:rPr lang="en-GB" dirty="0"/>
              <a:t>Missingness</a:t>
            </a:r>
          </a:p>
          <a:p>
            <a:pPr marL="514350" indent="-514350">
              <a:buFont typeface="+mj-lt"/>
              <a:buAutoNum type="arabicPeriod"/>
            </a:pPr>
            <a:r>
              <a:rPr lang="en-GB" dirty="0"/>
              <a:t>Consistency</a:t>
            </a:r>
          </a:p>
        </p:txBody>
      </p:sp>
      <p:sp>
        <p:nvSpPr>
          <p:cNvPr id="4" name="Slide Number Placeholder 3">
            <a:extLst>
              <a:ext uri="{FF2B5EF4-FFF2-40B4-BE49-F238E27FC236}">
                <a16:creationId xmlns:a16="http://schemas.microsoft.com/office/drawing/2014/main" id="{C34E1F10-C068-461B-8AAF-82551180EAB9}"/>
              </a:ext>
            </a:extLst>
          </p:cNvPr>
          <p:cNvSpPr>
            <a:spLocks noGrp="1"/>
          </p:cNvSpPr>
          <p:nvPr>
            <p:ph type="sldNum" sz="quarter" idx="11"/>
          </p:nvPr>
        </p:nvSpPr>
        <p:spPr/>
        <p:txBody>
          <a:bodyPr/>
          <a:lstStyle/>
          <a:p>
            <a:pPr>
              <a:defRPr/>
            </a:pPr>
            <a:fld id="{90CBDC3A-D49F-4631-A8C7-55D59B33E5FA}" type="slidenum">
              <a:rPr lang="en-US" smtClean="0"/>
              <a:pPr>
                <a:defRPr/>
              </a:pPr>
              <a:t>17</a:t>
            </a:fld>
            <a:endParaRPr lang="en-US" dirty="0"/>
          </a:p>
        </p:txBody>
      </p:sp>
      <p:sp>
        <p:nvSpPr>
          <p:cNvPr id="5" name="Content Placeholder 2">
            <a:extLst>
              <a:ext uri="{FF2B5EF4-FFF2-40B4-BE49-F238E27FC236}">
                <a16:creationId xmlns:a16="http://schemas.microsoft.com/office/drawing/2014/main" id="{2FC7F0A9-5F6B-4196-A58E-99A6327C367C}"/>
              </a:ext>
            </a:extLst>
          </p:cNvPr>
          <p:cNvSpPr txBox="1">
            <a:spLocks/>
          </p:cNvSpPr>
          <p:nvPr/>
        </p:nvSpPr>
        <p:spPr>
          <a:xfrm>
            <a:off x="838199" y="6255535"/>
            <a:ext cx="7295707" cy="237340"/>
          </a:xfrm>
          <a:prstGeom prst="rect">
            <a:avLst/>
          </a:prstGeom>
        </p:spPr>
        <p:txBody>
          <a:bodyPr vert="horz" lIns="91440" tIns="45720" rIns="91440" bIns="45720" rtlCol="0">
            <a:normAutofit fontScale="2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GB" sz="4800" dirty="0"/>
              <a:t>[2] Lundberg, S. M., &amp; Lee, S. I. (2017). A unified approach to interpreting model predictions.</a:t>
            </a:r>
            <a:br>
              <a:rPr lang="en-GB" sz="4800" dirty="0"/>
            </a:br>
            <a:endParaRPr lang="en-GB" dirty="0"/>
          </a:p>
        </p:txBody>
      </p:sp>
    </p:spTree>
    <p:extLst>
      <p:ext uri="{BB962C8B-B14F-4D97-AF65-F5344CB8AC3E}">
        <p14:creationId xmlns:p14="http://schemas.microsoft.com/office/powerpoint/2010/main" val="328907786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48525F-961E-4FA3-BF09-989E5A432865}"/>
              </a:ext>
            </a:extLst>
          </p:cNvPr>
          <p:cNvSpPr>
            <a:spLocks noGrp="1"/>
          </p:cNvSpPr>
          <p:nvPr>
            <p:ph type="title"/>
          </p:nvPr>
        </p:nvSpPr>
        <p:spPr/>
        <p:txBody>
          <a:bodyPr/>
          <a:lstStyle/>
          <a:p>
            <a:r>
              <a:rPr lang="en-GB" dirty="0"/>
              <a:t>Shap</a:t>
            </a:r>
          </a:p>
        </p:txBody>
      </p:sp>
      <p:sp>
        <p:nvSpPr>
          <p:cNvPr id="3" name="Content Placeholder 2">
            <a:extLst>
              <a:ext uri="{FF2B5EF4-FFF2-40B4-BE49-F238E27FC236}">
                <a16:creationId xmlns:a16="http://schemas.microsoft.com/office/drawing/2014/main" id="{B2B46180-97FD-4081-B53C-98479B31BF5F}"/>
              </a:ext>
            </a:extLst>
          </p:cNvPr>
          <p:cNvSpPr>
            <a:spLocks noGrp="1"/>
          </p:cNvSpPr>
          <p:nvPr>
            <p:ph idx="1"/>
          </p:nvPr>
        </p:nvSpPr>
        <p:spPr>
          <a:xfrm>
            <a:off x="838199" y="1825625"/>
            <a:ext cx="10515600" cy="4351338"/>
          </a:xfrm>
        </p:spPr>
        <p:txBody>
          <a:bodyPr/>
          <a:lstStyle/>
          <a:p>
            <a:pPr marL="0" indent="0">
              <a:buNone/>
            </a:pPr>
            <a:r>
              <a:rPr lang="en-GB" dirty="0"/>
              <a:t>Why are Shap values most consistent?</a:t>
            </a:r>
          </a:p>
          <a:p>
            <a:r>
              <a:rPr lang="en-GB" dirty="0"/>
              <a:t>Shapley values </a:t>
            </a:r>
            <a:r>
              <a:rPr lang="nl-NL" baseline="30000" dirty="0">
                <a:latin typeface="+mj-lt"/>
              </a:rPr>
              <a:t>[3]</a:t>
            </a:r>
          </a:p>
          <a:p>
            <a:endParaRPr lang="nl-NL" baseline="30000" dirty="0">
              <a:latin typeface="+mj-lt"/>
            </a:endParaRPr>
          </a:p>
          <a:p>
            <a:pPr marL="0" indent="0">
              <a:buNone/>
            </a:pPr>
            <a:r>
              <a:rPr lang="en-GB" dirty="0"/>
              <a:t>Why are Shap values computationally viable?</a:t>
            </a:r>
          </a:p>
          <a:p>
            <a:r>
              <a:rPr lang="en-GB" dirty="0"/>
              <a:t>Shap Kernel</a:t>
            </a:r>
          </a:p>
          <a:p>
            <a:pPr lvl="1"/>
            <a:r>
              <a:rPr lang="en-GB" dirty="0"/>
              <a:t>Model agnostic</a:t>
            </a:r>
          </a:p>
          <a:p>
            <a:pPr lvl="1"/>
            <a:r>
              <a:rPr lang="en-GB" dirty="0"/>
              <a:t>Improved sample efficiency</a:t>
            </a:r>
          </a:p>
        </p:txBody>
      </p:sp>
      <p:sp>
        <p:nvSpPr>
          <p:cNvPr id="4" name="Slide Number Placeholder 3">
            <a:extLst>
              <a:ext uri="{FF2B5EF4-FFF2-40B4-BE49-F238E27FC236}">
                <a16:creationId xmlns:a16="http://schemas.microsoft.com/office/drawing/2014/main" id="{C34E1F10-C068-461B-8AAF-82551180EAB9}"/>
              </a:ext>
            </a:extLst>
          </p:cNvPr>
          <p:cNvSpPr>
            <a:spLocks noGrp="1"/>
          </p:cNvSpPr>
          <p:nvPr>
            <p:ph type="sldNum" sz="quarter" idx="11"/>
          </p:nvPr>
        </p:nvSpPr>
        <p:spPr/>
        <p:txBody>
          <a:bodyPr/>
          <a:lstStyle/>
          <a:p>
            <a:pPr>
              <a:defRPr/>
            </a:pPr>
            <a:fld id="{90CBDC3A-D49F-4631-A8C7-55D59B33E5FA}" type="slidenum">
              <a:rPr lang="en-US" smtClean="0"/>
              <a:pPr>
                <a:defRPr/>
              </a:pPr>
              <a:t>18</a:t>
            </a:fld>
            <a:endParaRPr lang="en-US" dirty="0"/>
          </a:p>
        </p:txBody>
      </p:sp>
      <p:sp>
        <p:nvSpPr>
          <p:cNvPr id="5" name="Content Placeholder 2">
            <a:extLst>
              <a:ext uri="{FF2B5EF4-FFF2-40B4-BE49-F238E27FC236}">
                <a16:creationId xmlns:a16="http://schemas.microsoft.com/office/drawing/2014/main" id="{2FC7F0A9-5F6B-4196-A58E-99A6327C367C}"/>
              </a:ext>
            </a:extLst>
          </p:cNvPr>
          <p:cNvSpPr txBox="1">
            <a:spLocks/>
          </p:cNvSpPr>
          <p:nvPr/>
        </p:nvSpPr>
        <p:spPr>
          <a:xfrm>
            <a:off x="838199" y="6255535"/>
            <a:ext cx="7295707" cy="237340"/>
          </a:xfrm>
          <a:prstGeom prst="rect">
            <a:avLst/>
          </a:prstGeom>
        </p:spPr>
        <p:txBody>
          <a:bodyPr vert="horz" lIns="91440" tIns="45720" rIns="91440" bIns="45720" rtlCol="0">
            <a:normAutofit fontScale="2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GB" sz="4800" dirty="0"/>
              <a:t>[3] Shapley, L. S. (1953). A value for n-person games.</a:t>
            </a:r>
            <a:br>
              <a:rPr lang="en-GB" sz="4800" dirty="0"/>
            </a:br>
            <a:endParaRPr lang="en-GB" dirty="0"/>
          </a:p>
        </p:txBody>
      </p:sp>
      <p:grpSp>
        <p:nvGrpSpPr>
          <p:cNvPr id="6" name="Group 5">
            <a:extLst>
              <a:ext uri="{FF2B5EF4-FFF2-40B4-BE49-F238E27FC236}">
                <a16:creationId xmlns:a16="http://schemas.microsoft.com/office/drawing/2014/main" id="{2593C3AF-39D1-40A0-8AF0-701C4D2969F3}"/>
              </a:ext>
            </a:extLst>
          </p:cNvPr>
          <p:cNvGrpSpPr/>
          <p:nvPr/>
        </p:nvGrpSpPr>
        <p:grpSpPr>
          <a:xfrm>
            <a:off x="8357192" y="3429000"/>
            <a:ext cx="2635101" cy="1972340"/>
            <a:chOff x="1931249" y="3127597"/>
            <a:chExt cx="5267325" cy="3553599"/>
          </a:xfrm>
        </p:grpSpPr>
        <p:pic>
          <p:nvPicPr>
            <p:cNvPr id="7" name="Picture 2">
              <a:extLst>
                <a:ext uri="{FF2B5EF4-FFF2-40B4-BE49-F238E27FC236}">
                  <a16:creationId xmlns:a16="http://schemas.microsoft.com/office/drawing/2014/main" id="{26A5954A-D996-4C1F-A321-DCD3E819C6A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31249" y="3127597"/>
              <a:ext cx="5267325" cy="3276600"/>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EFAE2439-21FD-4EB5-9CDB-90F45BCB63E6}"/>
                </a:ext>
              </a:extLst>
            </p:cNvPr>
            <p:cNvSpPr txBox="1"/>
            <p:nvPr/>
          </p:nvSpPr>
          <p:spPr>
            <a:xfrm>
              <a:off x="1931249" y="6404197"/>
              <a:ext cx="5267325" cy="276999"/>
            </a:xfrm>
            <a:prstGeom prst="rect">
              <a:avLst/>
            </a:prstGeom>
            <a:noFill/>
          </p:spPr>
          <p:txBody>
            <a:bodyPr wrap="square" rtlCol="0">
              <a:spAutoFit/>
            </a:bodyPr>
            <a:lstStyle/>
            <a:p>
              <a:r>
                <a:rPr lang="nl-NL" sz="1100" dirty="0"/>
                <a:t>Source: </a:t>
              </a:r>
              <a:r>
                <a:rPr lang="en-GB" sz="1200" dirty="0">
                  <a:hlinkClick r:id="rId3"/>
                </a:rPr>
                <a:t>https://github.com/marcotcr/lime</a:t>
              </a:r>
              <a:endParaRPr lang="en-GB" sz="1200" dirty="0"/>
            </a:p>
          </p:txBody>
        </p:sp>
      </p:grpSp>
    </p:spTree>
    <p:extLst>
      <p:ext uri="{BB962C8B-B14F-4D97-AF65-F5344CB8AC3E}">
        <p14:creationId xmlns:p14="http://schemas.microsoft.com/office/powerpoint/2010/main" val="325350304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07C3E9-696B-449A-81C4-81C664D3C998}"/>
              </a:ext>
            </a:extLst>
          </p:cNvPr>
          <p:cNvSpPr>
            <a:spLocks noGrp="1"/>
          </p:cNvSpPr>
          <p:nvPr>
            <p:ph type="title"/>
          </p:nvPr>
        </p:nvSpPr>
        <p:spPr/>
        <p:txBody>
          <a:bodyPr/>
          <a:lstStyle/>
          <a:p>
            <a:r>
              <a:rPr lang="nl-NL" dirty="0"/>
              <a:t>NDCG?</a:t>
            </a:r>
            <a:endParaRPr lang="en-GB" dirty="0"/>
          </a:p>
        </p:txBody>
      </p:sp>
      <p:sp>
        <p:nvSpPr>
          <p:cNvPr id="3" name="Content Placeholder 2">
            <a:extLst>
              <a:ext uri="{FF2B5EF4-FFF2-40B4-BE49-F238E27FC236}">
                <a16:creationId xmlns:a16="http://schemas.microsoft.com/office/drawing/2014/main" id="{60D811A2-BE50-4563-8939-B06C91C4AD19}"/>
              </a:ext>
            </a:extLst>
          </p:cNvPr>
          <p:cNvSpPr>
            <a:spLocks noGrp="1"/>
          </p:cNvSpPr>
          <p:nvPr>
            <p:ph idx="1"/>
          </p:nvPr>
        </p:nvSpPr>
        <p:spPr/>
        <p:txBody>
          <a:bodyPr/>
          <a:lstStyle/>
          <a:p>
            <a:endParaRPr lang="en-GB"/>
          </a:p>
        </p:txBody>
      </p:sp>
      <p:sp>
        <p:nvSpPr>
          <p:cNvPr id="4" name="Slide Number Placeholder 3">
            <a:extLst>
              <a:ext uri="{FF2B5EF4-FFF2-40B4-BE49-F238E27FC236}">
                <a16:creationId xmlns:a16="http://schemas.microsoft.com/office/drawing/2014/main" id="{77899FD5-29BF-40AF-8066-31E1A111896C}"/>
              </a:ext>
            </a:extLst>
          </p:cNvPr>
          <p:cNvSpPr>
            <a:spLocks noGrp="1"/>
          </p:cNvSpPr>
          <p:nvPr>
            <p:ph type="sldNum" sz="quarter" idx="11"/>
          </p:nvPr>
        </p:nvSpPr>
        <p:spPr/>
        <p:txBody>
          <a:bodyPr/>
          <a:lstStyle/>
          <a:p>
            <a:pPr>
              <a:defRPr/>
            </a:pPr>
            <a:fld id="{90CBDC3A-D49F-4631-A8C7-55D59B33E5FA}" type="slidenum">
              <a:rPr lang="en-US" smtClean="0"/>
              <a:pPr>
                <a:defRPr/>
              </a:pPr>
              <a:t>19</a:t>
            </a:fld>
            <a:endParaRPr lang="en-US" dirty="0"/>
          </a:p>
        </p:txBody>
      </p:sp>
    </p:spTree>
    <p:extLst>
      <p:ext uri="{BB962C8B-B14F-4D97-AF65-F5344CB8AC3E}">
        <p14:creationId xmlns:p14="http://schemas.microsoft.com/office/powerpoint/2010/main" val="27402359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3C2C56-2D48-4256-9386-41C16CC84FBF}"/>
              </a:ext>
            </a:extLst>
          </p:cNvPr>
          <p:cNvSpPr>
            <a:spLocks noGrp="1"/>
          </p:cNvSpPr>
          <p:nvPr>
            <p:ph type="title"/>
          </p:nvPr>
        </p:nvSpPr>
        <p:spPr/>
        <p:txBody>
          <a:bodyPr/>
          <a:lstStyle/>
          <a:p>
            <a:r>
              <a:rPr lang="en-GB"/>
              <a:t>Faithfulness</a:t>
            </a:r>
          </a:p>
        </p:txBody>
      </p:sp>
      <p:sp>
        <p:nvSpPr>
          <p:cNvPr id="3" name="Content Placeholder 2">
            <a:extLst>
              <a:ext uri="{FF2B5EF4-FFF2-40B4-BE49-F238E27FC236}">
                <a16:creationId xmlns:a16="http://schemas.microsoft.com/office/drawing/2014/main" id="{0DDC080F-D8E3-494C-9395-800CEB534348}"/>
              </a:ext>
            </a:extLst>
          </p:cNvPr>
          <p:cNvSpPr>
            <a:spLocks noGrp="1"/>
          </p:cNvSpPr>
          <p:nvPr>
            <p:ph idx="1"/>
          </p:nvPr>
        </p:nvSpPr>
        <p:spPr>
          <a:xfrm>
            <a:off x="838200" y="1825625"/>
            <a:ext cx="5339316" cy="4351338"/>
          </a:xfrm>
        </p:spPr>
        <p:txBody>
          <a:bodyPr/>
          <a:lstStyle/>
          <a:p>
            <a:pPr marL="0" indent="0">
              <a:buNone/>
            </a:pPr>
            <a:r>
              <a:rPr lang="en-GB" dirty="0"/>
              <a:t>Interpretation: </a:t>
            </a:r>
          </a:p>
          <a:p>
            <a:pPr marL="0" indent="0">
              <a:buNone/>
            </a:pPr>
            <a:r>
              <a:rPr lang="en-GB" dirty="0"/>
              <a:t>Quality of a linear explanation</a:t>
            </a:r>
          </a:p>
          <a:p>
            <a:pPr marL="0" indent="0">
              <a:buNone/>
            </a:pPr>
            <a:endParaRPr lang="en-GB" dirty="0"/>
          </a:p>
          <a:p>
            <a:pPr marL="457200" indent="-457200">
              <a:buFont typeface="+mj-lt"/>
              <a:buAutoNum type="arabicPeriod"/>
            </a:pPr>
            <a:r>
              <a:rPr lang="en-GB" sz="2400" dirty="0"/>
              <a:t>Given an explanation, in order of feature importance, perturb a value of an instance and record model’s output</a:t>
            </a:r>
          </a:p>
          <a:p>
            <a:pPr marL="457200" indent="-457200">
              <a:buFont typeface="+mj-lt"/>
              <a:buAutoNum type="arabicPeriod"/>
            </a:pPr>
            <a:r>
              <a:rPr lang="en-GB" sz="2400" dirty="0"/>
              <a:t>Repeat for all features in explanation</a:t>
            </a:r>
          </a:p>
          <a:p>
            <a:pPr marL="457200" indent="-457200">
              <a:buFont typeface="+mj-lt"/>
              <a:buAutoNum type="arabicPeriod"/>
            </a:pPr>
            <a:r>
              <a:rPr lang="en-GB" sz="2400" dirty="0"/>
              <a:t>Calculate Pearson correlation</a:t>
            </a:r>
          </a:p>
          <a:p>
            <a:pPr marL="457200" indent="-457200">
              <a:buFont typeface="+mj-lt"/>
              <a:buAutoNum type="arabicPeriod"/>
            </a:pPr>
            <a:endParaRPr lang="en-GB" sz="2400" dirty="0"/>
          </a:p>
          <a:p>
            <a:pPr marL="0" indent="0">
              <a:buNone/>
            </a:pPr>
            <a:endParaRPr lang="en-GB" sz="2400" dirty="0"/>
          </a:p>
          <a:p>
            <a:pPr marL="0" indent="0">
              <a:buNone/>
            </a:pPr>
            <a:endParaRPr lang="en-GB" sz="2400" dirty="0"/>
          </a:p>
        </p:txBody>
      </p:sp>
      <p:sp>
        <p:nvSpPr>
          <p:cNvPr id="4" name="Slide Number Placeholder 3">
            <a:extLst>
              <a:ext uri="{FF2B5EF4-FFF2-40B4-BE49-F238E27FC236}">
                <a16:creationId xmlns:a16="http://schemas.microsoft.com/office/drawing/2014/main" id="{59F21EE1-F513-4DC1-8FB9-A7C75BC445A7}"/>
              </a:ext>
            </a:extLst>
          </p:cNvPr>
          <p:cNvSpPr>
            <a:spLocks noGrp="1"/>
          </p:cNvSpPr>
          <p:nvPr>
            <p:ph type="sldNum" sz="quarter" idx="11"/>
          </p:nvPr>
        </p:nvSpPr>
        <p:spPr/>
        <p:txBody>
          <a:bodyPr/>
          <a:lstStyle/>
          <a:p>
            <a:pPr>
              <a:defRPr/>
            </a:pPr>
            <a:fld id="{90CBDC3A-D49F-4631-A8C7-55D59B33E5FA}" type="slidenum">
              <a:rPr lang="en-US" smtClean="0"/>
              <a:pPr>
                <a:defRPr/>
              </a:pPr>
              <a:t>20</a:t>
            </a:fld>
            <a:endParaRPr lang="en-US" dirty="0"/>
          </a:p>
        </p:txBody>
      </p:sp>
      <p:sp>
        <p:nvSpPr>
          <p:cNvPr id="5" name="Content Placeholder 2">
            <a:extLst>
              <a:ext uri="{FF2B5EF4-FFF2-40B4-BE49-F238E27FC236}">
                <a16:creationId xmlns:a16="http://schemas.microsoft.com/office/drawing/2014/main" id="{667F83B9-9079-417A-9115-D1A55B79D421}"/>
              </a:ext>
            </a:extLst>
          </p:cNvPr>
          <p:cNvSpPr txBox="1">
            <a:spLocks/>
          </p:cNvSpPr>
          <p:nvPr/>
        </p:nvSpPr>
        <p:spPr>
          <a:xfrm>
            <a:off x="6602823" y="1825625"/>
            <a:ext cx="5339316"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GB" dirty="0"/>
              <a:t>Definition: </a:t>
            </a:r>
          </a:p>
          <a:p>
            <a:pPr marL="0" indent="0">
              <a:buNone/>
            </a:pPr>
            <a:endParaRPr lang="en-GB" sz="2400" dirty="0"/>
          </a:p>
          <a:p>
            <a:pPr marL="0" indent="0">
              <a:buNone/>
            </a:pPr>
            <a:r>
              <a:rPr lang="el-GR" sz="4000" dirty="0">
                <a:solidFill>
                  <a:srgbClr val="FFC000"/>
                </a:solidFill>
              </a:rPr>
              <a:t>ϴ</a:t>
            </a:r>
            <a:r>
              <a:rPr lang="nl-NL" sz="4000" dirty="0"/>
              <a:t> </a:t>
            </a:r>
            <a:r>
              <a:rPr lang="en-GB" sz="2400" dirty="0"/>
              <a:t>Vector of (absolute) feature attributions</a:t>
            </a:r>
            <a:endParaRPr lang="en-GB" sz="2000" dirty="0"/>
          </a:p>
          <a:p>
            <a:pPr marL="0" indent="0">
              <a:buNone/>
            </a:pPr>
            <a:r>
              <a:rPr lang="en-GB" sz="4000" i="1" dirty="0">
                <a:solidFill>
                  <a:srgbClr val="0070C0"/>
                </a:solidFill>
              </a:rPr>
              <a:t>P </a:t>
            </a:r>
            <a:r>
              <a:rPr lang="en-GB" sz="2400" dirty="0"/>
              <a:t>Vector of model’s output, given instance with perturbed feature</a:t>
            </a:r>
          </a:p>
          <a:p>
            <a:pPr marL="0" indent="0">
              <a:buNone/>
            </a:pPr>
            <a:r>
              <a:rPr lang="en-GB" sz="600" i="1" dirty="0">
                <a:solidFill>
                  <a:srgbClr val="0070C0"/>
                </a:solidFill>
              </a:rPr>
              <a:t> </a:t>
            </a:r>
            <a:endParaRPr lang="en-GB" sz="2400" i="1" dirty="0">
              <a:solidFill>
                <a:srgbClr val="0070C0"/>
              </a:solidFill>
            </a:endParaRPr>
          </a:p>
          <a:p>
            <a:pPr marL="0" indent="0" algn="ctr">
              <a:buNone/>
            </a:pPr>
            <a:r>
              <a:rPr lang="en-GB" sz="1800" dirty="0"/>
              <a:t>Faithfulness</a:t>
            </a:r>
            <a:r>
              <a:rPr lang="en-GB" sz="2400" dirty="0"/>
              <a:t> </a:t>
            </a:r>
            <a:r>
              <a:rPr lang="el-GR" sz="4000" dirty="0"/>
              <a:t>ϕ</a:t>
            </a:r>
            <a:r>
              <a:rPr lang="nl-NL" sz="2400" dirty="0"/>
              <a:t> </a:t>
            </a:r>
            <a:r>
              <a:rPr lang="en-GB" sz="2400" dirty="0"/>
              <a:t>= -</a:t>
            </a:r>
            <a:r>
              <a:rPr lang="nl-NL" sz="2400" dirty="0"/>
              <a:t>cor</a:t>
            </a:r>
            <a:r>
              <a:rPr lang="en-GB" sz="2400" dirty="0"/>
              <a:t>(</a:t>
            </a:r>
            <a:r>
              <a:rPr lang="el-GR" sz="2400" dirty="0">
                <a:solidFill>
                  <a:srgbClr val="FFC000"/>
                </a:solidFill>
              </a:rPr>
              <a:t>ϴ</a:t>
            </a:r>
            <a:r>
              <a:rPr lang="nl-NL" sz="2400" dirty="0"/>
              <a:t>,</a:t>
            </a:r>
            <a:r>
              <a:rPr lang="en-GB" sz="2400" i="1" dirty="0">
                <a:solidFill>
                  <a:srgbClr val="0070C0"/>
                </a:solidFill>
              </a:rPr>
              <a:t>P</a:t>
            </a:r>
            <a:r>
              <a:rPr lang="en-GB" sz="2400" dirty="0"/>
              <a:t>)</a:t>
            </a:r>
            <a:endParaRPr lang="en-GB" dirty="0"/>
          </a:p>
          <a:p>
            <a:pPr marL="0" indent="0">
              <a:buFont typeface="Arial" panose="020B0604020202020204" pitchFamily="34" charset="0"/>
              <a:buNone/>
            </a:pPr>
            <a:endParaRPr lang="en-GB" sz="2400" dirty="0"/>
          </a:p>
          <a:p>
            <a:pPr marL="0" indent="0">
              <a:buFont typeface="Arial" panose="020B0604020202020204" pitchFamily="34" charset="0"/>
              <a:buNone/>
            </a:pPr>
            <a:endParaRPr lang="en-GB" sz="2400" dirty="0"/>
          </a:p>
        </p:txBody>
      </p:sp>
      <p:cxnSp>
        <p:nvCxnSpPr>
          <p:cNvPr id="6" name="Straight Connector 5">
            <a:extLst>
              <a:ext uri="{FF2B5EF4-FFF2-40B4-BE49-F238E27FC236}">
                <a16:creationId xmlns:a16="http://schemas.microsoft.com/office/drawing/2014/main" id="{2B2DC76D-F565-48BD-9121-F58982E16FCD}"/>
              </a:ext>
            </a:extLst>
          </p:cNvPr>
          <p:cNvCxnSpPr/>
          <p:nvPr/>
        </p:nvCxnSpPr>
        <p:spPr>
          <a:xfrm>
            <a:off x="6148699" y="1949302"/>
            <a:ext cx="0" cy="3618614"/>
          </a:xfrm>
          <a:prstGeom prst="line">
            <a:avLst/>
          </a:prstGeom>
          <a:ln w="57150" cmpd="sng">
            <a:solidFill>
              <a:schemeClr val="tx1"/>
            </a:solidFill>
            <a:prstDash val="solid"/>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sp>
        <p:nvSpPr>
          <p:cNvPr id="7" name="Rectangle 6">
            <a:extLst>
              <a:ext uri="{FF2B5EF4-FFF2-40B4-BE49-F238E27FC236}">
                <a16:creationId xmlns:a16="http://schemas.microsoft.com/office/drawing/2014/main" id="{BF679379-60A6-4BC7-911F-2F1161020D09}"/>
              </a:ext>
            </a:extLst>
          </p:cNvPr>
          <p:cNvSpPr/>
          <p:nvPr/>
        </p:nvSpPr>
        <p:spPr>
          <a:xfrm>
            <a:off x="8325293" y="5682770"/>
            <a:ext cx="3028507" cy="722903"/>
          </a:xfrm>
          <a:prstGeom prst="rect">
            <a:avLst/>
          </a:prstGeom>
          <a:solidFill>
            <a:srgbClr val="F8F9F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44895090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F2614B-6B64-4A69-AEF1-313AC5650E9C}"/>
              </a:ext>
            </a:extLst>
          </p:cNvPr>
          <p:cNvSpPr>
            <a:spLocks noGrp="1"/>
          </p:cNvSpPr>
          <p:nvPr>
            <p:ph type="title"/>
          </p:nvPr>
        </p:nvSpPr>
        <p:spPr/>
        <p:txBody>
          <a:bodyPr/>
          <a:lstStyle/>
          <a:p>
            <a:r>
              <a:rPr lang="en-GB"/>
              <a:t>Synthetic data generation</a:t>
            </a:r>
          </a:p>
        </p:txBody>
      </p:sp>
      <p:sp>
        <p:nvSpPr>
          <p:cNvPr id="3" name="Content Placeholder 2">
            <a:extLst>
              <a:ext uri="{FF2B5EF4-FFF2-40B4-BE49-F238E27FC236}">
                <a16:creationId xmlns:a16="http://schemas.microsoft.com/office/drawing/2014/main" id="{50D8821D-3754-4678-9BD2-2CA3411A5F52}"/>
              </a:ext>
            </a:extLst>
          </p:cNvPr>
          <p:cNvSpPr>
            <a:spLocks noGrp="1"/>
          </p:cNvSpPr>
          <p:nvPr>
            <p:ph idx="1"/>
          </p:nvPr>
        </p:nvSpPr>
        <p:spPr>
          <a:xfrm>
            <a:off x="838200" y="1825625"/>
            <a:ext cx="10515600" cy="993775"/>
          </a:xfrm>
        </p:spPr>
        <p:txBody>
          <a:bodyPr/>
          <a:lstStyle/>
          <a:p>
            <a:pPr marL="0" indent="0">
              <a:buNone/>
            </a:pPr>
            <a:r>
              <a:rPr lang="en-GB" dirty="0"/>
              <a:t>Generate data so that the number of informative features and levels of </a:t>
            </a:r>
            <a:r>
              <a:rPr lang="en-GB" dirty="0">
                <a:solidFill>
                  <a:srgbClr val="FF9500"/>
                </a:solidFill>
              </a:rPr>
              <a:t>noise </a:t>
            </a:r>
            <a:r>
              <a:rPr lang="en-GB" dirty="0"/>
              <a:t>and</a:t>
            </a:r>
            <a:r>
              <a:rPr lang="en-GB" dirty="0">
                <a:solidFill>
                  <a:srgbClr val="FF9500"/>
                </a:solidFill>
              </a:rPr>
              <a:t> </a:t>
            </a:r>
            <a:r>
              <a:rPr lang="en-GB" dirty="0">
                <a:solidFill>
                  <a:schemeClr val="accent5">
                    <a:lumMod val="50000"/>
                  </a:schemeClr>
                </a:solidFill>
              </a:rPr>
              <a:t>redundancy </a:t>
            </a:r>
            <a:r>
              <a:rPr lang="en-GB" dirty="0"/>
              <a:t>can be controlled.</a:t>
            </a:r>
          </a:p>
        </p:txBody>
      </p:sp>
      <p:sp>
        <p:nvSpPr>
          <p:cNvPr id="4" name="Slide Number Placeholder 3">
            <a:extLst>
              <a:ext uri="{FF2B5EF4-FFF2-40B4-BE49-F238E27FC236}">
                <a16:creationId xmlns:a16="http://schemas.microsoft.com/office/drawing/2014/main" id="{1E569D8E-6731-4F3D-A163-14AAD67EBF66}"/>
              </a:ext>
            </a:extLst>
          </p:cNvPr>
          <p:cNvSpPr>
            <a:spLocks noGrp="1"/>
          </p:cNvSpPr>
          <p:nvPr>
            <p:ph type="sldNum" sz="quarter" idx="11"/>
          </p:nvPr>
        </p:nvSpPr>
        <p:spPr/>
        <p:txBody>
          <a:bodyPr/>
          <a:lstStyle/>
          <a:p>
            <a:pPr>
              <a:defRPr/>
            </a:pPr>
            <a:fld id="{90CBDC3A-D49F-4631-A8C7-55D59B33E5FA}" type="slidenum">
              <a:rPr lang="en-US" smtClean="0"/>
              <a:pPr>
                <a:defRPr/>
              </a:pPr>
              <a:t>21</a:t>
            </a:fld>
            <a:endParaRPr lang="en-US" dirty="0"/>
          </a:p>
        </p:txBody>
      </p:sp>
      <p:sp>
        <p:nvSpPr>
          <p:cNvPr id="5" name="Content Placeholder 2">
            <a:extLst>
              <a:ext uri="{FF2B5EF4-FFF2-40B4-BE49-F238E27FC236}">
                <a16:creationId xmlns:a16="http://schemas.microsoft.com/office/drawing/2014/main" id="{7DE6521D-A27B-448B-8808-40512BFE87CD}"/>
              </a:ext>
            </a:extLst>
          </p:cNvPr>
          <p:cNvSpPr txBox="1">
            <a:spLocks/>
          </p:cNvSpPr>
          <p:nvPr/>
        </p:nvSpPr>
        <p:spPr>
          <a:xfrm>
            <a:off x="838199" y="2598737"/>
            <a:ext cx="8969829" cy="301829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1"/>
            <a:endParaRPr lang="en-GB" dirty="0"/>
          </a:p>
          <a:p>
            <a:r>
              <a:rPr lang="en-GB" dirty="0">
                <a:solidFill>
                  <a:srgbClr val="FF9500"/>
                </a:solidFill>
              </a:rPr>
              <a:t>Noise</a:t>
            </a:r>
            <a:r>
              <a:rPr lang="en-GB" dirty="0"/>
              <a:t> is created by replacing the target variable with a randomly selected output value</a:t>
            </a:r>
          </a:p>
          <a:p>
            <a:endParaRPr lang="en-GB" sz="1050" dirty="0"/>
          </a:p>
          <a:p>
            <a:r>
              <a:rPr lang="en-GB" dirty="0">
                <a:solidFill>
                  <a:schemeClr val="accent5">
                    <a:lumMod val="50000"/>
                  </a:schemeClr>
                </a:solidFill>
              </a:rPr>
              <a:t>Redundancy</a:t>
            </a:r>
            <a:r>
              <a:rPr lang="en-GB" dirty="0"/>
              <a:t> comes from the creation of new features that are random linear combinations of informative features</a:t>
            </a:r>
          </a:p>
        </p:txBody>
      </p:sp>
    </p:spTree>
    <p:extLst>
      <p:ext uri="{BB962C8B-B14F-4D97-AF65-F5344CB8AC3E}">
        <p14:creationId xmlns:p14="http://schemas.microsoft.com/office/powerpoint/2010/main" val="30716862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D93A"/>
        </a:solidFill>
        <a:effectLst/>
      </p:bgPr>
    </p:bg>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572483A1-64B6-CD40-A3EC-DC33036ACA34}"/>
              </a:ext>
            </a:extLst>
          </p:cNvPr>
          <p:cNvSpPr>
            <a:spLocks noGrp="1"/>
          </p:cNvSpPr>
          <p:nvPr>
            <p:ph type="sldNum" sz="quarter" idx="32"/>
          </p:nvPr>
        </p:nvSpPr>
        <p:spPr>
          <a:xfrm flipH="1">
            <a:off x="11449455" y="6537474"/>
            <a:ext cx="383630" cy="135700"/>
          </a:xfrm>
        </p:spPr>
        <p:txBody>
          <a:bodyPr/>
          <a:lstStyle/>
          <a:p>
            <a:fld id="{90CBDC3A-D49F-4631-A8C7-55D59B33E5FA}" type="slidenum">
              <a:rPr lang="en-US" smtClean="0"/>
              <a:pPr/>
              <a:t>22</a:t>
            </a:fld>
            <a:endParaRPr lang="en-US" dirty="0"/>
          </a:p>
        </p:txBody>
      </p:sp>
      <p:sp>
        <p:nvSpPr>
          <p:cNvPr id="5" name="Text Placeholder 4">
            <a:extLst>
              <a:ext uri="{FF2B5EF4-FFF2-40B4-BE49-F238E27FC236}">
                <a16:creationId xmlns:a16="http://schemas.microsoft.com/office/drawing/2014/main" id="{3F34CA1B-F09A-CA40-8E0C-689999086449}"/>
              </a:ext>
            </a:extLst>
          </p:cNvPr>
          <p:cNvSpPr>
            <a:spLocks noGrp="1"/>
          </p:cNvSpPr>
          <p:nvPr>
            <p:ph type="body" sz="quarter" idx="10"/>
          </p:nvPr>
        </p:nvSpPr>
        <p:spPr>
          <a:xfrm>
            <a:off x="538565" y="3447508"/>
            <a:ext cx="7394112" cy="2836560"/>
          </a:xfrm>
        </p:spPr>
        <p:txBody>
          <a:bodyPr>
            <a:normAutofit/>
          </a:bodyPr>
          <a:lstStyle/>
          <a:p>
            <a:r>
              <a:rPr lang="en-AU" dirty="0"/>
              <a:t>Experiment 5.2</a:t>
            </a:r>
          </a:p>
          <a:p>
            <a:pPr marL="0" indent="0">
              <a:buNone/>
            </a:pPr>
            <a:r>
              <a:rPr lang="en-AU" dirty="0"/>
              <a:t>   ”Are explanations faithful to the model”</a:t>
            </a:r>
          </a:p>
          <a:p>
            <a:r>
              <a:rPr lang="en-AU" dirty="0"/>
              <a:t>Experiment 5.3</a:t>
            </a:r>
          </a:p>
          <a:p>
            <a:pPr marL="0" indent="0">
              <a:buNone/>
            </a:pPr>
            <a:r>
              <a:rPr lang="en-AU" dirty="0"/>
              <a:t>   ”Should I trust this prediction”</a:t>
            </a:r>
          </a:p>
        </p:txBody>
      </p:sp>
      <p:sp>
        <p:nvSpPr>
          <p:cNvPr id="26" name="Title 25">
            <a:extLst>
              <a:ext uri="{FF2B5EF4-FFF2-40B4-BE49-F238E27FC236}">
                <a16:creationId xmlns:a16="http://schemas.microsoft.com/office/drawing/2014/main" id="{38CB3D8A-940A-304B-9647-4026C3D1B3BA}"/>
              </a:ext>
            </a:extLst>
          </p:cNvPr>
          <p:cNvSpPr>
            <a:spLocks noGrp="1"/>
          </p:cNvSpPr>
          <p:nvPr>
            <p:ph type="ctrTitle"/>
          </p:nvPr>
        </p:nvSpPr>
        <p:spPr>
          <a:xfrm>
            <a:off x="542021" y="2652012"/>
            <a:ext cx="7394112" cy="850033"/>
          </a:xfrm>
        </p:spPr>
        <p:txBody>
          <a:bodyPr/>
          <a:lstStyle/>
          <a:p>
            <a:r>
              <a:rPr lang="en-US" dirty="0"/>
              <a:t>Experimental setup</a:t>
            </a:r>
          </a:p>
        </p:txBody>
      </p:sp>
      <p:sp>
        <p:nvSpPr>
          <p:cNvPr id="2" name="Footer Placeholder 1">
            <a:extLst>
              <a:ext uri="{FF2B5EF4-FFF2-40B4-BE49-F238E27FC236}">
                <a16:creationId xmlns:a16="http://schemas.microsoft.com/office/drawing/2014/main" id="{EF095F4E-36DF-496C-B334-F8A206DE93B9}"/>
              </a:ext>
            </a:extLst>
          </p:cNvPr>
          <p:cNvSpPr>
            <a:spLocks noGrp="1"/>
          </p:cNvSpPr>
          <p:nvPr>
            <p:ph type="ftr" sz="quarter" idx="31"/>
          </p:nvPr>
        </p:nvSpPr>
        <p:spPr/>
        <p:txBody>
          <a:bodyPr/>
          <a:lstStyle/>
          <a:p>
            <a:endParaRPr lang="en-US" dirty="0"/>
          </a:p>
        </p:txBody>
      </p:sp>
    </p:spTree>
    <p:extLst>
      <p:ext uri="{BB962C8B-B14F-4D97-AF65-F5344CB8AC3E}">
        <p14:creationId xmlns:p14="http://schemas.microsoft.com/office/powerpoint/2010/main" val="134521331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C74FA1-E011-455F-80EA-F81308E309E4}"/>
              </a:ext>
            </a:extLst>
          </p:cNvPr>
          <p:cNvSpPr>
            <a:spLocks noGrp="1"/>
          </p:cNvSpPr>
          <p:nvPr>
            <p:ph type="title"/>
          </p:nvPr>
        </p:nvSpPr>
        <p:spPr/>
        <p:txBody>
          <a:bodyPr>
            <a:normAutofit/>
          </a:bodyPr>
          <a:lstStyle/>
          <a:p>
            <a:r>
              <a:rPr lang="en-GB" dirty="0"/>
              <a:t>Simulated user experiments</a:t>
            </a:r>
          </a:p>
        </p:txBody>
      </p:sp>
      <p:sp>
        <p:nvSpPr>
          <p:cNvPr id="3" name="Content Placeholder 2">
            <a:extLst>
              <a:ext uri="{FF2B5EF4-FFF2-40B4-BE49-F238E27FC236}">
                <a16:creationId xmlns:a16="http://schemas.microsoft.com/office/drawing/2014/main" id="{2CB81EC1-623E-4021-8E6C-4F9227EB10F9}"/>
              </a:ext>
            </a:extLst>
          </p:cNvPr>
          <p:cNvSpPr>
            <a:spLocks noGrp="1"/>
          </p:cNvSpPr>
          <p:nvPr>
            <p:ph idx="1"/>
          </p:nvPr>
        </p:nvSpPr>
        <p:spPr>
          <a:xfrm>
            <a:off x="838200" y="1825625"/>
            <a:ext cx="10515600" cy="4351338"/>
          </a:xfrm>
        </p:spPr>
        <p:txBody>
          <a:bodyPr>
            <a:normAutofit lnSpcReduction="10000"/>
          </a:bodyPr>
          <a:lstStyle/>
          <a:p>
            <a:r>
              <a:rPr lang="en-GB" dirty="0"/>
              <a:t>Evaluation of model explanation methods is difficult</a:t>
            </a:r>
          </a:p>
          <a:p>
            <a:pPr lvl="1"/>
            <a:r>
              <a:rPr lang="en-GB" dirty="0"/>
              <a:t>Usage of experiments for quantitative evaluation</a:t>
            </a:r>
          </a:p>
          <a:p>
            <a:pPr lvl="1"/>
            <a:endParaRPr lang="en-GB" dirty="0"/>
          </a:p>
          <a:p>
            <a:r>
              <a:rPr lang="en-GB" dirty="0"/>
              <a:t>The experiments are constructed so that the working of the explanation method can be assessed</a:t>
            </a:r>
          </a:p>
          <a:p>
            <a:pPr lvl="1"/>
            <a:r>
              <a:rPr lang="en-GB" dirty="0"/>
              <a:t>A ‘golden standard’ is constructed</a:t>
            </a:r>
          </a:p>
          <a:p>
            <a:pPr lvl="1"/>
            <a:endParaRPr lang="en-GB" dirty="0"/>
          </a:p>
          <a:p>
            <a:r>
              <a:rPr lang="en-GB" dirty="0"/>
              <a:t>Maximum budget of K=10 features for each explanation</a:t>
            </a:r>
          </a:p>
          <a:p>
            <a:endParaRPr lang="en-GB" dirty="0"/>
          </a:p>
          <a:p>
            <a:r>
              <a:rPr lang="en-GB" dirty="0"/>
              <a:t>An older model explainer called </a:t>
            </a:r>
            <a:r>
              <a:rPr lang="en-GB" dirty="0" err="1"/>
              <a:t>Parzen</a:t>
            </a:r>
            <a:r>
              <a:rPr lang="en-GB" dirty="0"/>
              <a:t> is included in the experiments</a:t>
            </a:r>
          </a:p>
          <a:p>
            <a:endParaRPr lang="en-GB" dirty="0"/>
          </a:p>
          <a:p>
            <a:endParaRPr lang="en-GB" dirty="0"/>
          </a:p>
        </p:txBody>
      </p:sp>
      <p:sp>
        <p:nvSpPr>
          <p:cNvPr id="4" name="Slide Number Placeholder 3">
            <a:extLst>
              <a:ext uri="{FF2B5EF4-FFF2-40B4-BE49-F238E27FC236}">
                <a16:creationId xmlns:a16="http://schemas.microsoft.com/office/drawing/2014/main" id="{963CBBE7-F0E0-4F85-965A-09D9BA360A8C}"/>
              </a:ext>
            </a:extLst>
          </p:cNvPr>
          <p:cNvSpPr>
            <a:spLocks noGrp="1"/>
          </p:cNvSpPr>
          <p:nvPr>
            <p:ph type="sldNum" sz="quarter" idx="11"/>
          </p:nvPr>
        </p:nvSpPr>
        <p:spPr/>
        <p:txBody>
          <a:bodyPr/>
          <a:lstStyle/>
          <a:p>
            <a:pPr>
              <a:defRPr/>
            </a:pPr>
            <a:fld id="{90CBDC3A-D49F-4631-A8C7-55D59B33E5FA}" type="slidenum">
              <a:rPr lang="en-US" smtClean="0"/>
              <a:pPr>
                <a:defRPr/>
              </a:pPr>
              <a:t>23</a:t>
            </a:fld>
            <a:endParaRPr lang="en-US" dirty="0"/>
          </a:p>
        </p:txBody>
      </p:sp>
    </p:spTree>
    <p:extLst>
      <p:ext uri="{BB962C8B-B14F-4D97-AF65-F5344CB8AC3E}">
        <p14:creationId xmlns:p14="http://schemas.microsoft.com/office/powerpoint/2010/main" val="155301295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C74FA1-E011-455F-80EA-F81308E309E4}"/>
              </a:ext>
            </a:extLst>
          </p:cNvPr>
          <p:cNvSpPr>
            <a:spLocks noGrp="1"/>
          </p:cNvSpPr>
          <p:nvPr>
            <p:ph type="title"/>
          </p:nvPr>
        </p:nvSpPr>
        <p:spPr/>
        <p:txBody>
          <a:bodyPr>
            <a:normAutofit/>
          </a:bodyPr>
          <a:lstStyle/>
          <a:p>
            <a:r>
              <a:rPr lang="en-GB" dirty="0"/>
              <a:t>Data</a:t>
            </a:r>
          </a:p>
        </p:txBody>
      </p:sp>
      <p:sp>
        <p:nvSpPr>
          <p:cNvPr id="3" name="Content Placeholder 2">
            <a:extLst>
              <a:ext uri="{FF2B5EF4-FFF2-40B4-BE49-F238E27FC236}">
                <a16:creationId xmlns:a16="http://schemas.microsoft.com/office/drawing/2014/main" id="{2CB81EC1-623E-4021-8E6C-4F9227EB10F9}"/>
              </a:ext>
            </a:extLst>
          </p:cNvPr>
          <p:cNvSpPr>
            <a:spLocks noGrp="1"/>
          </p:cNvSpPr>
          <p:nvPr>
            <p:ph idx="1"/>
          </p:nvPr>
        </p:nvSpPr>
        <p:spPr>
          <a:xfrm>
            <a:off x="838201" y="1825625"/>
            <a:ext cx="5498804" cy="4351338"/>
          </a:xfrm>
        </p:spPr>
        <p:txBody>
          <a:bodyPr>
            <a:normAutofit fontScale="92500" lnSpcReduction="10000"/>
          </a:bodyPr>
          <a:lstStyle/>
          <a:p>
            <a:pPr marL="0" indent="0">
              <a:buNone/>
            </a:pPr>
            <a:r>
              <a:rPr lang="en-GB" sz="2600" dirty="0"/>
              <a:t>Real-world data:</a:t>
            </a:r>
          </a:p>
          <a:p>
            <a:r>
              <a:rPr lang="en-GB" sz="2600" dirty="0"/>
              <a:t>Data consists of product reviews from Amazon.com</a:t>
            </a:r>
          </a:p>
          <a:p>
            <a:pPr lvl="1"/>
            <a:r>
              <a:rPr lang="en-GB" sz="2200" dirty="0"/>
              <a:t>Three domains: Books, DVDs and kitchen products</a:t>
            </a:r>
          </a:p>
          <a:p>
            <a:r>
              <a:rPr lang="en-GB" sz="2600" dirty="0"/>
              <a:t>A review is labelled as positive or negative</a:t>
            </a:r>
          </a:p>
          <a:p>
            <a:r>
              <a:rPr lang="en-GB" sz="2600" dirty="0"/>
              <a:t>Words are features</a:t>
            </a:r>
          </a:p>
          <a:p>
            <a:r>
              <a:rPr lang="en-GB" sz="2600" dirty="0"/>
              <a:t>Predictive models perform sentiment analysis</a:t>
            </a:r>
          </a:p>
          <a:p>
            <a:r>
              <a:rPr lang="en-GB" sz="2600" dirty="0"/>
              <a:t>Approximately 20,000 features per dataset</a:t>
            </a:r>
            <a:endParaRPr lang="en-GB" dirty="0"/>
          </a:p>
          <a:p>
            <a:endParaRPr lang="en-GB" dirty="0"/>
          </a:p>
          <a:p>
            <a:endParaRPr lang="en-GB" dirty="0"/>
          </a:p>
          <a:p>
            <a:endParaRPr lang="en-GB" dirty="0"/>
          </a:p>
          <a:p>
            <a:endParaRPr lang="en-GB" dirty="0"/>
          </a:p>
        </p:txBody>
      </p:sp>
      <p:sp>
        <p:nvSpPr>
          <p:cNvPr id="4" name="Slide Number Placeholder 3">
            <a:extLst>
              <a:ext uri="{FF2B5EF4-FFF2-40B4-BE49-F238E27FC236}">
                <a16:creationId xmlns:a16="http://schemas.microsoft.com/office/drawing/2014/main" id="{963CBBE7-F0E0-4F85-965A-09D9BA360A8C}"/>
              </a:ext>
            </a:extLst>
          </p:cNvPr>
          <p:cNvSpPr>
            <a:spLocks noGrp="1"/>
          </p:cNvSpPr>
          <p:nvPr>
            <p:ph type="sldNum" sz="quarter" idx="11"/>
          </p:nvPr>
        </p:nvSpPr>
        <p:spPr/>
        <p:txBody>
          <a:bodyPr/>
          <a:lstStyle/>
          <a:p>
            <a:pPr>
              <a:defRPr/>
            </a:pPr>
            <a:fld id="{90CBDC3A-D49F-4631-A8C7-55D59B33E5FA}" type="slidenum">
              <a:rPr lang="en-US" smtClean="0"/>
              <a:pPr>
                <a:defRPr/>
              </a:pPr>
              <a:t>24</a:t>
            </a:fld>
            <a:endParaRPr lang="en-US" dirty="0"/>
          </a:p>
        </p:txBody>
      </p:sp>
      <p:sp>
        <p:nvSpPr>
          <p:cNvPr id="5" name="Content Placeholder 2">
            <a:extLst>
              <a:ext uri="{FF2B5EF4-FFF2-40B4-BE49-F238E27FC236}">
                <a16:creationId xmlns:a16="http://schemas.microsoft.com/office/drawing/2014/main" id="{45510AAD-B3B9-451A-825E-0799C4FC49CC}"/>
              </a:ext>
            </a:extLst>
          </p:cNvPr>
          <p:cNvSpPr txBox="1">
            <a:spLocks/>
          </p:cNvSpPr>
          <p:nvPr/>
        </p:nvSpPr>
        <p:spPr>
          <a:xfrm>
            <a:off x="6539024" y="1825625"/>
            <a:ext cx="5411972"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GB" sz="2600" dirty="0"/>
              <a:t>Synthetic data:</a:t>
            </a:r>
          </a:p>
          <a:p>
            <a:r>
              <a:rPr lang="en-GB" sz="2600" dirty="0"/>
              <a:t>50 total features</a:t>
            </a:r>
          </a:p>
          <a:p>
            <a:r>
              <a:rPr lang="en-GB" sz="2600" dirty="0"/>
              <a:t>10 informative features</a:t>
            </a:r>
          </a:p>
          <a:p>
            <a:endParaRPr lang="en-GB" sz="2600" dirty="0"/>
          </a:p>
          <a:p>
            <a:r>
              <a:rPr lang="en-GB" sz="2600" dirty="0"/>
              <a:t>0 or 15 </a:t>
            </a:r>
            <a:r>
              <a:rPr lang="en-GB" sz="2600" dirty="0">
                <a:solidFill>
                  <a:schemeClr val="accent5">
                    <a:lumMod val="50000"/>
                  </a:schemeClr>
                </a:solidFill>
              </a:rPr>
              <a:t>redundant </a:t>
            </a:r>
            <a:r>
              <a:rPr lang="en-GB" sz="2600" dirty="0"/>
              <a:t>features</a:t>
            </a:r>
          </a:p>
          <a:p>
            <a:pPr marL="0" indent="0">
              <a:buNone/>
            </a:pPr>
            <a:r>
              <a:rPr lang="en-GB" sz="2600" dirty="0"/>
              <a:t>Left-over features are filled with random useless features</a:t>
            </a:r>
            <a:endParaRPr lang="en-GB" sz="2400" dirty="0"/>
          </a:p>
          <a:p>
            <a:r>
              <a:rPr lang="en-GB" sz="2600" dirty="0"/>
              <a:t>5% or 30% </a:t>
            </a:r>
            <a:r>
              <a:rPr lang="en-GB" sz="2600" dirty="0">
                <a:solidFill>
                  <a:srgbClr val="FF9500"/>
                </a:solidFill>
              </a:rPr>
              <a:t>noise</a:t>
            </a:r>
          </a:p>
          <a:p>
            <a:endParaRPr lang="en-GB" sz="2200" dirty="0"/>
          </a:p>
          <a:p>
            <a:pPr marL="457200" lvl="1" indent="0">
              <a:buFont typeface="Arial" panose="020B0604020202020204" pitchFamily="34" charset="0"/>
              <a:buNone/>
            </a:pPr>
            <a:endParaRPr lang="en-GB" dirty="0"/>
          </a:p>
          <a:p>
            <a:endParaRPr lang="en-GB" dirty="0"/>
          </a:p>
          <a:p>
            <a:endParaRPr lang="en-GB" dirty="0"/>
          </a:p>
          <a:p>
            <a:endParaRPr lang="en-GB" dirty="0"/>
          </a:p>
          <a:p>
            <a:endParaRPr lang="en-GB" dirty="0"/>
          </a:p>
        </p:txBody>
      </p:sp>
      <p:cxnSp>
        <p:nvCxnSpPr>
          <p:cNvPr id="6" name="Straight Connector 5">
            <a:extLst>
              <a:ext uri="{FF2B5EF4-FFF2-40B4-BE49-F238E27FC236}">
                <a16:creationId xmlns:a16="http://schemas.microsoft.com/office/drawing/2014/main" id="{B8274B3D-1C8A-4B3F-A8D3-C595FBB8AF30}"/>
              </a:ext>
            </a:extLst>
          </p:cNvPr>
          <p:cNvCxnSpPr/>
          <p:nvPr/>
        </p:nvCxnSpPr>
        <p:spPr>
          <a:xfrm>
            <a:off x="6180595" y="2161958"/>
            <a:ext cx="0" cy="3618614"/>
          </a:xfrm>
          <a:prstGeom prst="line">
            <a:avLst/>
          </a:prstGeom>
          <a:ln w="57150" cmpd="sng">
            <a:solidFill>
              <a:schemeClr val="tx1"/>
            </a:solidFill>
            <a:prstDash val="solid"/>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97062327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C74FA1-E011-455F-80EA-F81308E309E4}"/>
              </a:ext>
            </a:extLst>
          </p:cNvPr>
          <p:cNvSpPr>
            <a:spLocks noGrp="1"/>
          </p:cNvSpPr>
          <p:nvPr>
            <p:ph type="title"/>
          </p:nvPr>
        </p:nvSpPr>
        <p:spPr/>
        <p:txBody>
          <a:bodyPr>
            <a:normAutofit/>
          </a:bodyPr>
          <a:lstStyle/>
          <a:p>
            <a:r>
              <a:rPr lang="en-GB" dirty="0"/>
              <a:t>Lime experiment 5.2   </a:t>
            </a:r>
            <a:r>
              <a:rPr lang="en-GB" sz="2400" dirty="0"/>
              <a:t>”Are explanations faithful to the model”</a:t>
            </a:r>
            <a:endParaRPr lang="en-GB" dirty="0"/>
          </a:p>
        </p:txBody>
      </p:sp>
      <p:sp>
        <p:nvSpPr>
          <p:cNvPr id="3" name="Content Placeholder 2">
            <a:extLst>
              <a:ext uri="{FF2B5EF4-FFF2-40B4-BE49-F238E27FC236}">
                <a16:creationId xmlns:a16="http://schemas.microsoft.com/office/drawing/2014/main" id="{2CB81EC1-623E-4021-8E6C-4F9227EB10F9}"/>
              </a:ext>
            </a:extLst>
          </p:cNvPr>
          <p:cNvSpPr>
            <a:spLocks noGrp="1"/>
          </p:cNvSpPr>
          <p:nvPr>
            <p:ph idx="1"/>
          </p:nvPr>
        </p:nvSpPr>
        <p:spPr/>
        <p:txBody>
          <a:bodyPr/>
          <a:lstStyle/>
          <a:p>
            <a:r>
              <a:rPr lang="en-GB" dirty="0"/>
              <a:t>Machine learning models are used that are interpretable by themselves</a:t>
            </a:r>
          </a:p>
          <a:p>
            <a:pPr lvl="1"/>
            <a:r>
              <a:rPr lang="en-GB" dirty="0"/>
              <a:t>Sparse logistic regression</a:t>
            </a:r>
          </a:p>
          <a:p>
            <a:pPr lvl="1"/>
            <a:r>
              <a:rPr lang="en-GB" dirty="0"/>
              <a:t>Decision tree</a:t>
            </a:r>
          </a:p>
          <a:p>
            <a:r>
              <a:rPr lang="en-GB" dirty="0"/>
              <a:t>They are restricted to max K=10 features for each instance</a:t>
            </a:r>
          </a:p>
          <a:p>
            <a:r>
              <a:rPr lang="en-GB" dirty="0"/>
              <a:t>A golden set of features is known for these models</a:t>
            </a:r>
          </a:p>
          <a:p>
            <a:r>
              <a:rPr lang="en-GB" dirty="0"/>
              <a:t>Golden standard can be compared to explanations</a:t>
            </a:r>
          </a:p>
        </p:txBody>
      </p:sp>
      <p:sp>
        <p:nvSpPr>
          <p:cNvPr id="4" name="Slide Number Placeholder 3">
            <a:extLst>
              <a:ext uri="{FF2B5EF4-FFF2-40B4-BE49-F238E27FC236}">
                <a16:creationId xmlns:a16="http://schemas.microsoft.com/office/drawing/2014/main" id="{963CBBE7-F0E0-4F85-965A-09D9BA360A8C}"/>
              </a:ext>
            </a:extLst>
          </p:cNvPr>
          <p:cNvSpPr>
            <a:spLocks noGrp="1"/>
          </p:cNvSpPr>
          <p:nvPr>
            <p:ph type="sldNum" sz="quarter" idx="11"/>
          </p:nvPr>
        </p:nvSpPr>
        <p:spPr/>
        <p:txBody>
          <a:bodyPr/>
          <a:lstStyle/>
          <a:p>
            <a:pPr>
              <a:defRPr/>
            </a:pPr>
            <a:fld id="{90CBDC3A-D49F-4631-A8C7-55D59B33E5FA}" type="slidenum">
              <a:rPr lang="en-US" smtClean="0"/>
              <a:pPr>
                <a:defRPr/>
              </a:pPr>
              <a:t>25</a:t>
            </a:fld>
            <a:endParaRPr lang="en-US" dirty="0"/>
          </a:p>
        </p:txBody>
      </p:sp>
    </p:spTree>
    <p:extLst>
      <p:ext uri="{BB962C8B-B14F-4D97-AF65-F5344CB8AC3E}">
        <p14:creationId xmlns:p14="http://schemas.microsoft.com/office/powerpoint/2010/main" val="407531654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C74FA1-E011-455F-80EA-F81308E309E4}"/>
              </a:ext>
            </a:extLst>
          </p:cNvPr>
          <p:cNvSpPr>
            <a:spLocks noGrp="1"/>
          </p:cNvSpPr>
          <p:nvPr>
            <p:ph type="title"/>
          </p:nvPr>
        </p:nvSpPr>
        <p:spPr/>
        <p:txBody>
          <a:bodyPr>
            <a:normAutofit/>
          </a:bodyPr>
          <a:lstStyle/>
          <a:p>
            <a:r>
              <a:rPr lang="en-GB" dirty="0"/>
              <a:t>Lime experiment 5.2	</a:t>
            </a:r>
          </a:p>
        </p:txBody>
      </p:sp>
      <p:sp>
        <p:nvSpPr>
          <p:cNvPr id="3" name="Content Placeholder 2">
            <a:extLst>
              <a:ext uri="{FF2B5EF4-FFF2-40B4-BE49-F238E27FC236}">
                <a16:creationId xmlns:a16="http://schemas.microsoft.com/office/drawing/2014/main" id="{2CB81EC1-623E-4021-8E6C-4F9227EB10F9}"/>
              </a:ext>
            </a:extLst>
          </p:cNvPr>
          <p:cNvSpPr>
            <a:spLocks noGrp="1"/>
          </p:cNvSpPr>
          <p:nvPr>
            <p:ph idx="1"/>
          </p:nvPr>
        </p:nvSpPr>
        <p:spPr/>
        <p:txBody>
          <a:bodyPr/>
          <a:lstStyle/>
          <a:p>
            <a:r>
              <a:rPr lang="en-GB" dirty="0"/>
              <a:t>Measure performance using recall and NDCG</a:t>
            </a:r>
          </a:p>
          <a:p>
            <a:r>
              <a:rPr lang="en-GB" dirty="0"/>
              <a:t>Budget of 15,000 samples </a:t>
            </a:r>
          </a:p>
        </p:txBody>
      </p:sp>
      <p:sp>
        <p:nvSpPr>
          <p:cNvPr id="4" name="Slide Number Placeholder 3">
            <a:extLst>
              <a:ext uri="{FF2B5EF4-FFF2-40B4-BE49-F238E27FC236}">
                <a16:creationId xmlns:a16="http://schemas.microsoft.com/office/drawing/2014/main" id="{963CBBE7-F0E0-4F85-965A-09D9BA360A8C}"/>
              </a:ext>
            </a:extLst>
          </p:cNvPr>
          <p:cNvSpPr>
            <a:spLocks noGrp="1"/>
          </p:cNvSpPr>
          <p:nvPr>
            <p:ph type="sldNum" sz="quarter" idx="11"/>
          </p:nvPr>
        </p:nvSpPr>
        <p:spPr/>
        <p:txBody>
          <a:bodyPr/>
          <a:lstStyle/>
          <a:p>
            <a:pPr>
              <a:defRPr/>
            </a:pPr>
            <a:fld id="{90CBDC3A-D49F-4631-A8C7-55D59B33E5FA}" type="slidenum">
              <a:rPr lang="en-US" smtClean="0"/>
              <a:pPr>
                <a:defRPr/>
              </a:pPr>
              <a:t>26</a:t>
            </a:fld>
            <a:endParaRPr lang="en-US" dirty="0"/>
          </a:p>
        </p:txBody>
      </p:sp>
    </p:spTree>
    <p:extLst>
      <p:ext uri="{BB962C8B-B14F-4D97-AF65-F5344CB8AC3E}">
        <p14:creationId xmlns:p14="http://schemas.microsoft.com/office/powerpoint/2010/main" val="148219201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C74FA1-E011-455F-80EA-F81308E309E4}"/>
              </a:ext>
            </a:extLst>
          </p:cNvPr>
          <p:cNvSpPr>
            <a:spLocks noGrp="1"/>
          </p:cNvSpPr>
          <p:nvPr>
            <p:ph type="title"/>
          </p:nvPr>
        </p:nvSpPr>
        <p:spPr/>
        <p:txBody>
          <a:bodyPr>
            <a:normAutofit/>
          </a:bodyPr>
          <a:lstStyle/>
          <a:p>
            <a:r>
              <a:rPr lang="en-GB" dirty="0"/>
              <a:t>Experiment 5.2 - improvements</a:t>
            </a:r>
          </a:p>
        </p:txBody>
      </p:sp>
      <p:sp>
        <p:nvSpPr>
          <p:cNvPr id="3" name="Content Placeholder 2">
            <a:extLst>
              <a:ext uri="{FF2B5EF4-FFF2-40B4-BE49-F238E27FC236}">
                <a16:creationId xmlns:a16="http://schemas.microsoft.com/office/drawing/2014/main" id="{2CB81EC1-623E-4021-8E6C-4F9227EB10F9}"/>
              </a:ext>
            </a:extLst>
          </p:cNvPr>
          <p:cNvSpPr>
            <a:spLocks noGrp="1"/>
          </p:cNvSpPr>
          <p:nvPr>
            <p:ph idx="1"/>
          </p:nvPr>
        </p:nvSpPr>
        <p:spPr>
          <a:xfrm>
            <a:off x="838200" y="1825625"/>
            <a:ext cx="9794358" cy="4351338"/>
          </a:xfrm>
        </p:spPr>
        <p:txBody>
          <a:bodyPr>
            <a:normAutofit/>
          </a:bodyPr>
          <a:lstStyle/>
          <a:p>
            <a:pPr marL="514350" indent="-514350">
              <a:buFont typeface="+mj-lt"/>
              <a:buAutoNum type="arabicParenR"/>
            </a:pPr>
            <a:r>
              <a:rPr lang="en-GB" dirty="0"/>
              <a:t>Number of golden features per instance</a:t>
            </a:r>
          </a:p>
          <a:p>
            <a:pPr marL="0" indent="0">
              <a:buNone/>
            </a:pPr>
            <a:r>
              <a:rPr lang="en-GB" sz="2000" dirty="0"/>
              <a:t>Increased the average number of golden features for the logistic regression model from 2-3 </a:t>
            </a:r>
            <a:r>
              <a:rPr lang="en-GB" sz="2000" dirty="0">
                <a:sym typeface="Wingdings" panose="05000000000000000000" pitchFamily="2" charset="2"/>
              </a:rPr>
              <a:t> approximately 10</a:t>
            </a:r>
            <a:endParaRPr lang="en-GB" sz="2400" dirty="0"/>
          </a:p>
          <a:p>
            <a:pPr marL="0" indent="0">
              <a:buNone/>
            </a:pPr>
            <a:endParaRPr lang="en-GB" dirty="0"/>
          </a:p>
          <a:p>
            <a:pPr marL="514350" indent="-514350">
              <a:buFont typeface="+mj-lt"/>
              <a:buAutoNum type="arabicParenR" startAt="2"/>
            </a:pPr>
            <a:r>
              <a:rPr lang="en-GB" dirty="0"/>
              <a:t>Ranking of explained features</a:t>
            </a:r>
          </a:p>
          <a:p>
            <a:pPr marL="0" indent="0">
              <a:buNone/>
            </a:pPr>
            <a:r>
              <a:rPr lang="en-GB" sz="2000" dirty="0"/>
              <a:t>Evaluate ranking of features with NDCG:</a:t>
            </a:r>
          </a:p>
          <a:p>
            <a:pPr lvl="1"/>
            <a:r>
              <a:rPr lang="en-GB" sz="1800" dirty="0"/>
              <a:t>Linear model: feature coefficient</a:t>
            </a:r>
          </a:p>
          <a:p>
            <a:pPr lvl="1"/>
            <a:r>
              <a:rPr lang="en-GB" sz="1800" dirty="0"/>
              <a:t>Decision tree: variable importance</a:t>
            </a:r>
          </a:p>
          <a:p>
            <a:pPr marL="0" indent="0">
              <a:buNone/>
            </a:pPr>
            <a:r>
              <a:rPr lang="en-GB" sz="2000" dirty="0"/>
              <a:t>Penalize large explanations using recall</a:t>
            </a:r>
            <a:endParaRPr lang="en-GB" sz="2400" dirty="0"/>
          </a:p>
        </p:txBody>
      </p:sp>
      <p:sp>
        <p:nvSpPr>
          <p:cNvPr id="4" name="Slide Number Placeholder 3">
            <a:extLst>
              <a:ext uri="{FF2B5EF4-FFF2-40B4-BE49-F238E27FC236}">
                <a16:creationId xmlns:a16="http://schemas.microsoft.com/office/drawing/2014/main" id="{963CBBE7-F0E0-4F85-965A-09D9BA360A8C}"/>
              </a:ext>
            </a:extLst>
          </p:cNvPr>
          <p:cNvSpPr>
            <a:spLocks noGrp="1"/>
          </p:cNvSpPr>
          <p:nvPr>
            <p:ph type="sldNum" sz="quarter" idx="11"/>
          </p:nvPr>
        </p:nvSpPr>
        <p:spPr/>
        <p:txBody>
          <a:bodyPr/>
          <a:lstStyle/>
          <a:p>
            <a:pPr>
              <a:defRPr/>
            </a:pPr>
            <a:fld id="{90CBDC3A-D49F-4631-A8C7-55D59B33E5FA}" type="slidenum">
              <a:rPr lang="en-US" smtClean="0"/>
              <a:pPr>
                <a:defRPr/>
              </a:pPr>
              <a:t>27</a:t>
            </a:fld>
            <a:endParaRPr lang="en-US" dirty="0"/>
          </a:p>
        </p:txBody>
      </p:sp>
    </p:spTree>
    <p:extLst>
      <p:ext uri="{BB962C8B-B14F-4D97-AF65-F5344CB8AC3E}">
        <p14:creationId xmlns:p14="http://schemas.microsoft.com/office/powerpoint/2010/main" val="112523196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C74FA1-E011-455F-80EA-F81308E309E4}"/>
              </a:ext>
            </a:extLst>
          </p:cNvPr>
          <p:cNvSpPr>
            <a:spLocks noGrp="1"/>
          </p:cNvSpPr>
          <p:nvPr>
            <p:ph type="title"/>
          </p:nvPr>
        </p:nvSpPr>
        <p:spPr/>
        <p:txBody>
          <a:bodyPr>
            <a:normAutofit/>
          </a:bodyPr>
          <a:lstStyle/>
          <a:p>
            <a:r>
              <a:rPr lang="en-GB" dirty="0"/>
              <a:t>Lime experiment 5.3   </a:t>
            </a:r>
            <a:r>
              <a:rPr lang="en-GB" sz="2400" dirty="0"/>
              <a:t>”Should I trust this prediction”</a:t>
            </a:r>
            <a:endParaRPr lang="en-GB" dirty="0"/>
          </a:p>
        </p:txBody>
      </p:sp>
      <p:sp>
        <p:nvSpPr>
          <p:cNvPr id="3" name="Content Placeholder 2">
            <a:extLst>
              <a:ext uri="{FF2B5EF4-FFF2-40B4-BE49-F238E27FC236}">
                <a16:creationId xmlns:a16="http://schemas.microsoft.com/office/drawing/2014/main" id="{2CB81EC1-623E-4021-8E6C-4F9227EB10F9}"/>
              </a:ext>
            </a:extLst>
          </p:cNvPr>
          <p:cNvSpPr>
            <a:spLocks noGrp="1"/>
          </p:cNvSpPr>
          <p:nvPr>
            <p:ph idx="1"/>
          </p:nvPr>
        </p:nvSpPr>
        <p:spPr>
          <a:xfrm>
            <a:off x="827567" y="1825625"/>
            <a:ext cx="10515600" cy="4351338"/>
          </a:xfrm>
        </p:spPr>
        <p:txBody>
          <a:bodyPr>
            <a:normAutofit lnSpcReduction="10000"/>
          </a:bodyPr>
          <a:lstStyle/>
          <a:p>
            <a:r>
              <a:rPr lang="en-GB" dirty="0"/>
              <a:t>The (simulated) user is able to identify untrustworthy features</a:t>
            </a:r>
          </a:p>
          <a:p>
            <a:pPr lvl="1"/>
            <a:r>
              <a:rPr lang="en-GB" dirty="0"/>
              <a:t>Consider the impact of untrustworthy features on both model and explanations</a:t>
            </a:r>
          </a:p>
          <a:p>
            <a:pPr lvl="1"/>
            <a:r>
              <a:rPr lang="en-GB" dirty="0"/>
              <a:t>The user ‘discounts’ untrustworthy features</a:t>
            </a:r>
          </a:p>
          <a:p>
            <a:pPr lvl="1"/>
            <a:endParaRPr lang="en-GB" dirty="0"/>
          </a:p>
          <a:p>
            <a:r>
              <a:rPr lang="en-GB" dirty="0"/>
              <a:t>Classification of the explanation and model should be equal after discounting untrustworthy features</a:t>
            </a:r>
          </a:p>
          <a:p>
            <a:pPr lvl="1"/>
            <a:r>
              <a:rPr lang="en-GB" dirty="0"/>
              <a:t>Measure performance using recall and precision</a:t>
            </a:r>
          </a:p>
          <a:p>
            <a:pPr lvl="1"/>
            <a:r>
              <a:rPr lang="en-GB" dirty="0"/>
              <a:t>F1 metric is reported</a:t>
            </a:r>
          </a:p>
          <a:p>
            <a:endParaRPr lang="en-GB" dirty="0"/>
          </a:p>
          <a:p>
            <a:pPr marL="0" indent="0">
              <a:buNone/>
            </a:pPr>
            <a:r>
              <a:rPr lang="en-GB" dirty="0"/>
              <a:t>	</a:t>
            </a:r>
          </a:p>
        </p:txBody>
      </p:sp>
      <p:sp>
        <p:nvSpPr>
          <p:cNvPr id="4" name="Slide Number Placeholder 3">
            <a:extLst>
              <a:ext uri="{FF2B5EF4-FFF2-40B4-BE49-F238E27FC236}">
                <a16:creationId xmlns:a16="http://schemas.microsoft.com/office/drawing/2014/main" id="{963CBBE7-F0E0-4F85-965A-09D9BA360A8C}"/>
              </a:ext>
            </a:extLst>
          </p:cNvPr>
          <p:cNvSpPr>
            <a:spLocks noGrp="1"/>
          </p:cNvSpPr>
          <p:nvPr>
            <p:ph type="sldNum" sz="quarter" idx="11"/>
          </p:nvPr>
        </p:nvSpPr>
        <p:spPr/>
        <p:txBody>
          <a:bodyPr/>
          <a:lstStyle/>
          <a:p>
            <a:pPr>
              <a:defRPr/>
            </a:pPr>
            <a:fld id="{90CBDC3A-D49F-4631-A8C7-55D59B33E5FA}" type="slidenum">
              <a:rPr lang="en-US" smtClean="0"/>
              <a:pPr>
                <a:defRPr/>
              </a:pPr>
              <a:t>28</a:t>
            </a:fld>
            <a:endParaRPr lang="en-US" dirty="0"/>
          </a:p>
        </p:txBody>
      </p:sp>
    </p:spTree>
    <p:extLst>
      <p:ext uri="{BB962C8B-B14F-4D97-AF65-F5344CB8AC3E}">
        <p14:creationId xmlns:p14="http://schemas.microsoft.com/office/powerpoint/2010/main" val="187984591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C74FA1-E011-455F-80EA-F81308E309E4}"/>
              </a:ext>
            </a:extLst>
          </p:cNvPr>
          <p:cNvSpPr>
            <a:spLocks noGrp="1"/>
          </p:cNvSpPr>
          <p:nvPr>
            <p:ph type="title"/>
          </p:nvPr>
        </p:nvSpPr>
        <p:spPr/>
        <p:txBody>
          <a:bodyPr>
            <a:normAutofit/>
          </a:bodyPr>
          <a:lstStyle/>
          <a:p>
            <a:r>
              <a:rPr lang="en-GB" dirty="0"/>
              <a:t>Lime experiment 5.3</a:t>
            </a:r>
          </a:p>
        </p:txBody>
      </p:sp>
      <p:sp>
        <p:nvSpPr>
          <p:cNvPr id="3" name="Content Placeholder 2">
            <a:extLst>
              <a:ext uri="{FF2B5EF4-FFF2-40B4-BE49-F238E27FC236}">
                <a16:creationId xmlns:a16="http://schemas.microsoft.com/office/drawing/2014/main" id="{2CB81EC1-623E-4021-8E6C-4F9227EB10F9}"/>
              </a:ext>
            </a:extLst>
          </p:cNvPr>
          <p:cNvSpPr>
            <a:spLocks noGrp="1"/>
          </p:cNvSpPr>
          <p:nvPr>
            <p:ph idx="1"/>
          </p:nvPr>
        </p:nvSpPr>
        <p:spPr>
          <a:xfrm>
            <a:off x="827567" y="1825625"/>
            <a:ext cx="10515600" cy="4351338"/>
          </a:xfrm>
        </p:spPr>
        <p:txBody>
          <a:bodyPr>
            <a:normAutofit/>
          </a:bodyPr>
          <a:lstStyle/>
          <a:p>
            <a:r>
              <a:rPr lang="en-GB" dirty="0"/>
              <a:t>Experiment can be performed on any predictive model</a:t>
            </a:r>
          </a:p>
          <a:p>
            <a:pPr marL="0" indent="0">
              <a:buNone/>
            </a:pPr>
            <a:r>
              <a:rPr lang="en-GB" sz="2400" dirty="0"/>
              <a:t>Sparse logistic regression (LR), nearest neighbours (NN), random forests (RF), support vector machines (SVM) and decision trees (Tree) are considered</a:t>
            </a:r>
          </a:p>
          <a:p>
            <a:pPr marL="0" indent="0">
              <a:buNone/>
            </a:pPr>
            <a:endParaRPr lang="en-GB" sz="2400" dirty="0"/>
          </a:p>
          <a:p>
            <a:r>
              <a:rPr lang="en-GB" sz="2400" dirty="0"/>
              <a:t>The faithfulness metric is not implemented</a:t>
            </a:r>
          </a:p>
          <a:p>
            <a:pPr lvl="1"/>
            <a:r>
              <a:rPr lang="en-GB" sz="2000" dirty="0"/>
              <a:t>Cannot perform this evaluation by design</a:t>
            </a:r>
            <a:endParaRPr lang="en-GB" dirty="0"/>
          </a:p>
          <a:p>
            <a:pPr marL="0" indent="0">
              <a:buNone/>
            </a:pPr>
            <a:r>
              <a:rPr lang="en-GB" dirty="0"/>
              <a:t>	</a:t>
            </a:r>
          </a:p>
        </p:txBody>
      </p:sp>
      <p:sp>
        <p:nvSpPr>
          <p:cNvPr id="4" name="Slide Number Placeholder 3">
            <a:extLst>
              <a:ext uri="{FF2B5EF4-FFF2-40B4-BE49-F238E27FC236}">
                <a16:creationId xmlns:a16="http://schemas.microsoft.com/office/drawing/2014/main" id="{963CBBE7-F0E0-4F85-965A-09D9BA360A8C}"/>
              </a:ext>
            </a:extLst>
          </p:cNvPr>
          <p:cNvSpPr>
            <a:spLocks noGrp="1"/>
          </p:cNvSpPr>
          <p:nvPr>
            <p:ph type="sldNum" sz="quarter" idx="11"/>
          </p:nvPr>
        </p:nvSpPr>
        <p:spPr/>
        <p:txBody>
          <a:bodyPr/>
          <a:lstStyle/>
          <a:p>
            <a:pPr>
              <a:defRPr/>
            </a:pPr>
            <a:fld id="{90CBDC3A-D49F-4631-A8C7-55D59B33E5FA}" type="slidenum">
              <a:rPr lang="en-US" smtClean="0"/>
              <a:pPr>
                <a:defRPr/>
              </a:pPr>
              <a:t>29</a:t>
            </a:fld>
            <a:endParaRPr lang="en-US" dirty="0"/>
          </a:p>
        </p:txBody>
      </p:sp>
    </p:spTree>
    <p:extLst>
      <p:ext uri="{BB962C8B-B14F-4D97-AF65-F5344CB8AC3E}">
        <p14:creationId xmlns:p14="http://schemas.microsoft.com/office/powerpoint/2010/main" val="69968576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C74FA1-E011-455F-80EA-F81308E309E4}"/>
              </a:ext>
            </a:extLst>
          </p:cNvPr>
          <p:cNvSpPr>
            <a:spLocks noGrp="1"/>
          </p:cNvSpPr>
          <p:nvPr>
            <p:ph type="title"/>
          </p:nvPr>
        </p:nvSpPr>
        <p:spPr/>
        <p:txBody>
          <a:bodyPr>
            <a:normAutofit/>
          </a:bodyPr>
          <a:lstStyle/>
          <a:p>
            <a:r>
              <a:rPr lang="en-GB" dirty="0"/>
              <a:t>Experiment 5.3 - improvements</a:t>
            </a:r>
          </a:p>
        </p:txBody>
      </p:sp>
      <p:sp>
        <p:nvSpPr>
          <p:cNvPr id="3" name="Content Placeholder 2">
            <a:extLst>
              <a:ext uri="{FF2B5EF4-FFF2-40B4-BE49-F238E27FC236}">
                <a16:creationId xmlns:a16="http://schemas.microsoft.com/office/drawing/2014/main" id="{2CB81EC1-623E-4021-8E6C-4F9227EB10F9}"/>
              </a:ext>
            </a:extLst>
          </p:cNvPr>
          <p:cNvSpPr>
            <a:spLocks noGrp="1"/>
          </p:cNvSpPr>
          <p:nvPr>
            <p:ph idx="1"/>
          </p:nvPr>
        </p:nvSpPr>
        <p:spPr>
          <a:xfrm>
            <a:off x="827567" y="1825625"/>
            <a:ext cx="10515600" cy="4351338"/>
          </a:xfrm>
        </p:spPr>
        <p:txBody>
          <a:bodyPr>
            <a:normAutofit/>
          </a:bodyPr>
          <a:lstStyle/>
          <a:p>
            <a:pPr marL="0" indent="0">
              <a:buNone/>
            </a:pPr>
            <a:r>
              <a:rPr lang="en-GB" dirty="0"/>
              <a:t>Penalization of local inaccuracy</a:t>
            </a:r>
          </a:p>
          <a:p>
            <a:r>
              <a:rPr lang="en-GB" sz="2000" dirty="0"/>
              <a:t>For some instances Lime and </a:t>
            </a:r>
            <a:r>
              <a:rPr lang="en-GB" sz="2000" dirty="0" err="1"/>
              <a:t>Parzen’s</a:t>
            </a:r>
            <a:r>
              <a:rPr lang="en-GB" sz="2000" dirty="0"/>
              <a:t> initial prediction is false</a:t>
            </a:r>
          </a:p>
          <a:p>
            <a:pPr lvl="1"/>
            <a:r>
              <a:rPr lang="en-GB" sz="1600" dirty="0"/>
              <a:t>Shap has local accuracy </a:t>
            </a:r>
            <a:r>
              <a:rPr lang="en-GB" sz="1600" dirty="0" err="1"/>
              <a:t>quarantees</a:t>
            </a:r>
            <a:endParaRPr lang="en-GB" sz="1600" dirty="0"/>
          </a:p>
          <a:p>
            <a:r>
              <a:rPr lang="en-GB" sz="2000" dirty="0"/>
              <a:t>This is measured using a novel ‘accuracy’ score</a:t>
            </a:r>
          </a:p>
          <a:p>
            <a:r>
              <a:rPr lang="en-GB" sz="2000" dirty="0"/>
              <a:t>F1 score is adjusted with the accuracy score </a:t>
            </a:r>
          </a:p>
          <a:p>
            <a:endParaRPr lang="en-GB" sz="2000" dirty="0"/>
          </a:p>
          <a:p>
            <a:pPr marL="0" indent="0">
              <a:buNone/>
            </a:pPr>
            <a:r>
              <a:rPr lang="en-GB" dirty="0"/>
              <a:t>Adjusted F1 score is reported</a:t>
            </a:r>
            <a:endParaRPr lang="en-GB" sz="3600" dirty="0"/>
          </a:p>
        </p:txBody>
      </p:sp>
      <p:sp>
        <p:nvSpPr>
          <p:cNvPr id="4" name="Slide Number Placeholder 3">
            <a:extLst>
              <a:ext uri="{FF2B5EF4-FFF2-40B4-BE49-F238E27FC236}">
                <a16:creationId xmlns:a16="http://schemas.microsoft.com/office/drawing/2014/main" id="{963CBBE7-F0E0-4F85-965A-09D9BA360A8C}"/>
              </a:ext>
            </a:extLst>
          </p:cNvPr>
          <p:cNvSpPr>
            <a:spLocks noGrp="1"/>
          </p:cNvSpPr>
          <p:nvPr>
            <p:ph type="sldNum" sz="quarter" idx="11"/>
          </p:nvPr>
        </p:nvSpPr>
        <p:spPr/>
        <p:txBody>
          <a:bodyPr/>
          <a:lstStyle/>
          <a:p>
            <a:pPr>
              <a:defRPr/>
            </a:pPr>
            <a:fld id="{90CBDC3A-D49F-4631-A8C7-55D59B33E5FA}" type="slidenum">
              <a:rPr lang="en-US" smtClean="0"/>
              <a:pPr>
                <a:defRPr/>
              </a:pPr>
              <a:t>30</a:t>
            </a:fld>
            <a:endParaRPr lang="en-US" dirty="0"/>
          </a:p>
        </p:txBody>
      </p:sp>
    </p:spTree>
    <p:extLst>
      <p:ext uri="{BB962C8B-B14F-4D97-AF65-F5344CB8AC3E}">
        <p14:creationId xmlns:p14="http://schemas.microsoft.com/office/powerpoint/2010/main" val="108189260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D93A"/>
        </a:solidFill>
        <a:effectLst/>
      </p:bgPr>
    </p:bg>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572483A1-64B6-CD40-A3EC-DC33036ACA34}"/>
              </a:ext>
            </a:extLst>
          </p:cNvPr>
          <p:cNvSpPr>
            <a:spLocks noGrp="1"/>
          </p:cNvSpPr>
          <p:nvPr>
            <p:ph type="sldNum" sz="quarter" idx="32"/>
          </p:nvPr>
        </p:nvSpPr>
        <p:spPr>
          <a:xfrm flipH="1">
            <a:off x="11449455" y="6537474"/>
            <a:ext cx="383630" cy="135700"/>
          </a:xfrm>
        </p:spPr>
        <p:txBody>
          <a:bodyPr/>
          <a:lstStyle/>
          <a:p>
            <a:fld id="{90CBDC3A-D49F-4631-A8C7-55D59B33E5FA}" type="slidenum">
              <a:rPr lang="en-US" smtClean="0"/>
              <a:pPr/>
              <a:t>31</a:t>
            </a:fld>
            <a:endParaRPr lang="en-US" dirty="0"/>
          </a:p>
        </p:txBody>
      </p:sp>
      <p:sp>
        <p:nvSpPr>
          <p:cNvPr id="26" name="Title 25">
            <a:extLst>
              <a:ext uri="{FF2B5EF4-FFF2-40B4-BE49-F238E27FC236}">
                <a16:creationId xmlns:a16="http://schemas.microsoft.com/office/drawing/2014/main" id="{38CB3D8A-940A-304B-9647-4026C3D1B3BA}"/>
              </a:ext>
            </a:extLst>
          </p:cNvPr>
          <p:cNvSpPr>
            <a:spLocks noGrp="1"/>
          </p:cNvSpPr>
          <p:nvPr>
            <p:ph type="ctrTitle"/>
          </p:nvPr>
        </p:nvSpPr>
        <p:spPr>
          <a:xfrm>
            <a:off x="542021" y="2652012"/>
            <a:ext cx="7394112" cy="850033"/>
          </a:xfrm>
        </p:spPr>
        <p:txBody>
          <a:bodyPr/>
          <a:lstStyle/>
          <a:p>
            <a:r>
              <a:rPr lang="en-US" dirty="0"/>
              <a:t>Results &amp;</a:t>
            </a:r>
            <a:br>
              <a:rPr lang="en-US" dirty="0"/>
            </a:br>
            <a:r>
              <a:rPr lang="en-US" dirty="0"/>
              <a:t>Conclusion</a:t>
            </a:r>
          </a:p>
        </p:txBody>
      </p:sp>
      <p:sp>
        <p:nvSpPr>
          <p:cNvPr id="2" name="Footer Placeholder 1">
            <a:extLst>
              <a:ext uri="{FF2B5EF4-FFF2-40B4-BE49-F238E27FC236}">
                <a16:creationId xmlns:a16="http://schemas.microsoft.com/office/drawing/2014/main" id="{B3596093-5C45-4167-970D-FE62BBDE4ACD}"/>
              </a:ext>
            </a:extLst>
          </p:cNvPr>
          <p:cNvSpPr>
            <a:spLocks noGrp="1"/>
          </p:cNvSpPr>
          <p:nvPr>
            <p:ph type="ftr" sz="quarter" idx="31"/>
          </p:nvPr>
        </p:nvSpPr>
        <p:spPr/>
        <p:txBody>
          <a:bodyPr/>
          <a:lstStyle/>
          <a:p>
            <a:endParaRPr lang="en-US" dirty="0"/>
          </a:p>
        </p:txBody>
      </p:sp>
    </p:spTree>
    <p:extLst>
      <p:ext uri="{BB962C8B-B14F-4D97-AF65-F5344CB8AC3E}">
        <p14:creationId xmlns:p14="http://schemas.microsoft.com/office/powerpoint/2010/main" val="216889986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3F2E31-A112-4DA5-85FB-45712347C021}"/>
              </a:ext>
            </a:extLst>
          </p:cNvPr>
          <p:cNvSpPr>
            <a:spLocks noGrp="1"/>
          </p:cNvSpPr>
          <p:nvPr>
            <p:ph type="title"/>
          </p:nvPr>
        </p:nvSpPr>
        <p:spPr/>
        <p:txBody>
          <a:bodyPr/>
          <a:lstStyle/>
          <a:p>
            <a:r>
              <a:rPr lang="nl-NL" dirty="0"/>
              <a:t>Experiment 5.2 - NDCG</a:t>
            </a:r>
            <a:endParaRPr lang="en-GB" dirty="0"/>
          </a:p>
        </p:txBody>
      </p:sp>
      <p:pic>
        <p:nvPicPr>
          <p:cNvPr id="6" name="Content Placeholder 5" descr="A screenshot of a cell phone&#10;&#10;Description automatically generated">
            <a:extLst>
              <a:ext uri="{FF2B5EF4-FFF2-40B4-BE49-F238E27FC236}">
                <a16:creationId xmlns:a16="http://schemas.microsoft.com/office/drawing/2014/main" id="{2AC80B27-784E-429A-A510-EF377EB5D2AA}"/>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442930" y="2110812"/>
            <a:ext cx="5380119" cy="3228072"/>
          </a:xfrm>
          <a:ln>
            <a:solidFill>
              <a:schemeClr val="tx1"/>
            </a:solidFill>
          </a:ln>
        </p:spPr>
      </p:pic>
      <p:sp>
        <p:nvSpPr>
          <p:cNvPr id="4" name="Slide Number Placeholder 3">
            <a:extLst>
              <a:ext uri="{FF2B5EF4-FFF2-40B4-BE49-F238E27FC236}">
                <a16:creationId xmlns:a16="http://schemas.microsoft.com/office/drawing/2014/main" id="{771F7756-DC50-43C1-95F3-B2456376724C}"/>
              </a:ext>
            </a:extLst>
          </p:cNvPr>
          <p:cNvSpPr>
            <a:spLocks noGrp="1"/>
          </p:cNvSpPr>
          <p:nvPr>
            <p:ph type="sldNum" sz="quarter" idx="11"/>
          </p:nvPr>
        </p:nvSpPr>
        <p:spPr/>
        <p:txBody>
          <a:bodyPr/>
          <a:lstStyle/>
          <a:p>
            <a:pPr>
              <a:defRPr/>
            </a:pPr>
            <a:fld id="{90CBDC3A-D49F-4631-A8C7-55D59B33E5FA}" type="slidenum">
              <a:rPr lang="en-US" smtClean="0"/>
              <a:pPr>
                <a:defRPr/>
              </a:pPr>
              <a:t>32</a:t>
            </a:fld>
            <a:endParaRPr lang="en-US" dirty="0"/>
          </a:p>
        </p:txBody>
      </p:sp>
      <p:pic>
        <p:nvPicPr>
          <p:cNvPr id="5" name="Content Placeholder 7" descr="A screenshot of a cell phone&#10;&#10;Description automatically generated">
            <a:extLst>
              <a:ext uri="{FF2B5EF4-FFF2-40B4-BE49-F238E27FC236}">
                <a16:creationId xmlns:a16="http://schemas.microsoft.com/office/drawing/2014/main" id="{7905C0B9-52D0-4E34-B220-E96FA4412F9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99079" y="2110812"/>
            <a:ext cx="5380119" cy="3228072"/>
          </a:xfrm>
          <a:prstGeom prst="rect">
            <a:avLst/>
          </a:prstGeom>
          <a:ln>
            <a:solidFill>
              <a:schemeClr val="tx1"/>
            </a:solidFill>
          </a:ln>
        </p:spPr>
      </p:pic>
    </p:spTree>
    <p:extLst>
      <p:ext uri="{BB962C8B-B14F-4D97-AF65-F5344CB8AC3E}">
        <p14:creationId xmlns:p14="http://schemas.microsoft.com/office/powerpoint/2010/main" val="77502400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3F2E31-A112-4DA5-85FB-45712347C021}"/>
              </a:ext>
            </a:extLst>
          </p:cNvPr>
          <p:cNvSpPr>
            <a:spLocks noGrp="1"/>
          </p:cNvSpPr>
          <p:nvPr>
            <p:ph type="title"/>
          </p:nvPr>
        </p:nvSpPr>
        <p:spPr/>
        <p:txBody>
          <a:bodyPr/>
          <a:lstStyle/>
          <a:p>
            <a:r>
              <a:rPr lang="nl-NL" dirty="0"/>
              <a:t>Experiment 5.2 - </a:t>
            </a:r>
            <a:r>
              <a:rPr lang="nl-NL" dirty="0" err="1"/>
              <a:t>Faithfulness</a:t>
            </a:r>
            <a:endParaRPr lang="en-GB" dirty="0"/>
          </a:p>
        </p:txBody>
      </p:sp>
      <p:pic>
        <p:nvPicPr>
          <p:cNvPr id="6" name="Content Placeholder 5">
            <a:extLst>
              <a:ext uri="{FF2B5EF4-FFF2-40B4-BE49-F238E27FC236}">
                <a16:creationId xmlns:a16="http://schemas.microsoft.com/office/drawing/2014/main" id="{2AC80B27-784E-429A-A510-EF377EB5D2AA}"/>
              </a:ext>
            </a:extLst>
          </p:cNvPr>
          <p:cNvPicPr>
            <a:picLocks noGrp="1" noChangeAspect="1"/>
          </p:cNvPicPr>
          <p:nvPr>
            <p:ph idx="1"/>
          </p:nvPr>
        </p:nvPicPr>
        <p:blipFill>
          <a:blip r:embed="rId2">
            <a:extLst>
              <a:ext uri="{28A0092B-C50C-407E-A947-70E740481C1C}">
                <a14:useLocalDpi xmlns:a14="http://schemas.microsoft.com/office/drawing/2010/main" val="0"/>
              </a:ext>
            </a:extLst>
          </a:blip>
          <a:srcRect/>
          <a:stretch/>
        </p:blipFill>
        <p:spPr>
          <a:xfrm>
            <a:off x="442930" y="2110812"/>
            <a:ext cx="5380119" cy="3228071"/>
          </a:xfrm>
          <a:ln>
            <a:solidFill>
              <a:schemeClr val="tx1"/>
            </a:solidFill>
          </a:ln>
        </p:spPr>
      </p:pic>
      <p:sp>
        <p:nvSpPr>
          <p:cNvPr id="4" name="Slide Number Placeholder 3">
            <a:extLst>
              <a:ext uri="{FF2B5EF4-FFF2-40B4-BE49-F238E27FC236}">
                <a16:creationId xmlns:a16="http://schemas.microsoft.com/office/drawing/2014/main" id="{771F7756-DC50-43C1-95F3-B2456376724C}"/>
              </a:ext>
            </a:extLst>
          </p:cNvPr>
          <p:cNvSpPr>
            <a:spLocks noGrp="1"/>
          </p:cNvSpPr>
          <p:nvPr>
            <p:ph type="sldNum" sz="quarter" idx="11"/>
          </p:nvPr>
        </p:nvSpPr>
        <p:spPr/>
        <p:txBody>
          <a:bodyPr/>
          <a:lstStyle/>
          <a:p>
            <a:pPr>
              <a:defRPr/>
            </a:pPr>
            <a:fld id="{90CBDC3A-D49F-4631-A8C7-55D59B33E5FA}" type="slidenum">
              <a:rPr lang="en-US" smtClean="0"/>
              <a:pPr>
                <a:defRPr/>
              </a:pPr>
              <a:t>33</a:t>
            </a:fld>
            <a:endParaRPr lang="en-US" dirty="0"/>
          </a:p>
        </p:txBody>
      </p:sp>
      <p:pic>
        <p:nvPicPr>
          <p:cNvPr id="5" name="Content Placeholder 7">
            <a:extLst>
              <a:ext uri="{FF2B5EF4-FFF2-40B4-BE49-F238E27FC236}">
                <a16:creationId xmlns:a16="http://schemas.microsoft.com/office/drawing/2014/main" id="{7905C0B9-52D0-4E34-B220-E96FA4412F99}"/>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6399079" y="2110812"/>
            <a:ext cx="5380119" cy="3228071"/>
          </a:xfrm>
          <a:prstGeom prst="rect">
            <a:avLst/>
          </a:prstGeom>
          <a:ln>
            <a:solidFill>
              <a:schemeClr val="tx1"/>
            </a:solidFill>
          </a:ln>
        </p:spPr>
      </p:pic>
    </p:spTree>
    <p:extLst>
      <p:ext uri="{BB962C8B-B14F-4D97-AF65-F5344CB8AC3E}">
        <p14:creationId xmlns:p14="http://schemas.microsoft.com/office/powerpoint/2010/main" val="62033829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3F2E31-A112-4DA5-85FB-45712347C021}"/>
              </a:ext>
            </a:extLst>
          </p:cNvPr>
          <p:cNvSpPr>
            <a:spLocks noGrp="1"/>
          </p:cNvSpPr>
          <p:nvPr>
            <p:ph type="title"/>
          </p:nvPr>
        </p:nvSpPr>
        <p:spPr/>
        <p:txBody>
          <a:bodyPr/>
          <a:lstStyle/>
          <a:p>
            <a:r>
              <a:rPr lang="nl-NL" dirty="0"/>
              <a:t>Experiment 5.3 - </a:t>
            </a:r>
            <a:r>
              <a:rPr lang="nl-NL" dirty="0" err="1"/>
              <a:t>Adjusted</a:t>
            </a:r>
            <a:r>
              <a:rPr lang="nl-NL" dirty="0"/>
              <a:t> F1</a:t>
            </a:r>
            <a:endParaRPr lang="en-GB" dirty="0"/>
          </a:p>
        </p:txBody>
      </p:sp>
      <p:sp>
        <p:nvSpPr>
          <p:cNvPr id="4" name="Slide Number Placeholder 3">
            <a:extLst>
              <a:ext uri="{FF2B5EF4-FFF2-40B4-BE49-F238E27FC236}">
                <a16:creationId xmlns:a16="http://schemas.microsoft.com/office/drawing/2014/main" id="{771F7756-DC50-43C1-95F3-B2456376724C}"/>
              </a:ext>
            </a:extLst>
          </p:cNvPr>
          <p:cNvSpPr>
            <a:spLocks noGrp="1"/>
          </p:cNvSpPr>
          <p:nvPr>
            <p:ph type="sldNum" sz="quarter" idx="11"/>
          </p:nvPr>
        </p:nvSpPr>
        <p:spPr/>
        <p:txBody>
          <a:bodyPr/>
          <a:lstStyle/>
          <a:p>
            <a:pPr>
              <a:defRPr/>
            </a:pPr>
            <a:fld id="{90CBDC3A-D49F-4631-A8C7-55D59B33E5FA}" type="slidenum">
              <a:rPr lang="en-US" smtClean="0"/>
              <a:pPr>
                <a:defRPr/>
              </a:pPr>
              <a:t>34</a:t>
            </a:fld>
            <a:endParaRPr lang="en-US" dirty="0"/>
          </a:p>
        </p:txBody>
      </p:sp>
      <p:pic>
        <p:nvPicPr>
          <p:cNvPr id="7" name="Picture 6">
            <a:extLst>
              <a:ext uri="{FF2B5EF4-FFF2-40B4-BE49-F238E27FC236}">
                <a16:creationId xmlns:a16="http://schemas.microsoft.com/office/drawing/2014/main" id="{D8B5EA63-B76E-4115-9E7C-2B84C0B7CF61}"/>
              </a:ext>
            </a:extLst>
          </p:cNvPr>
          <p:cNvPicPr>
            <a:picLocks noChangeAspect="1"/>
          </p:cNvPicPr>
          <p:nvPr/>
        </p:nvPicPr>
        <p:blipFill>
          <a:blip r:embed="rId3"/>
          <a:stretch>
            <a:fillRect/>
          </a:stretch>
        </p:blipFill>
        <p:spPr>
          <a:xfrm>
            <a:off x="2171700" y="1858261"/>
            <a:ext cx="7848600" cy="3524250"/>
          </a:xfrm>
          <a:prstGeom prst="rect">
            <a:avLst/>
          </a:prstGeom>
          <a:ln>
            <a:solidFill>
              <a:schemeClr val="tx1"/>
            </a:solidFill>
          </a:ln>
        </p:spPr>
      </p:pic>
    </p:spTree>
    <p:extLst>
      <p:ext uri="{BB962C8B-B14F-4D97-AF65-F5344CB8AC3E}">
        <p14:creationId xmlns:p14="http://schemas.microsoft.com/office/powerpoint/2010/main" val="375457876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3F2E31-A112-4DA5-85FB-45712347C021}"/>
              </a:ext>
            </a:extLst>
          </p:cNvPr>
          <p:cNvSpPr>
            <a:spLocks noGrp="1"/>
          </p:cNvSpPr>
          <p:nvPr>
            <p:ph type="title"/>
          </p:nvPr>
        </p:nvSpPr>
        <p:spPr/>
        <p:txBody>
          <a:bodyPr/>
          <a:lstStyle/>
          <a:p>
            <a:r>
              <a:rPr lang="nl-NL" dirty="0"/>
              <a:t>Experiment 5.3 - </a:t>
            </a:r>
            <a:r>
              <a:rPr lang="nl-NL" dirty="0" err="1"/>
              <a:t>Adjusted</a:t>
            </a:r>
            <a:r>
              <a:rPr lang="nl-NL" dirty="0"/>
              <a:t> F1</a:t>
            </a:r>
            <a:endParaRPr lang="en-GB" dirty="0"/>
          </a:p>
        </p:txBody>
      </p:sp>
      <p:sp>
        <p:nvSpPr>
          <p:cNvPr id="4" name="Slide Number Placeholder 3">
            <a:extLst>
              <a:ext uri="{FF2B5EF4-FFF2-40B4-BE49-F238E27FC236}">
                <a16:creationId xmlns:a16="http://schemas.microsoft.com/office/drawing/2014/main" id="{771F7756-DC50-43C1-95F3-B2456376724C}"/>
              </a:ext>
            </a:extLst>
          </p:cNvPr>
          <p:cNvSpPr>
            <a:spLocks noGrp="1"/>
          </p:cNvSpPr>
          <p:nvPr>
            <p:ph type="sldNum" sz="quarter" idx="11"/>
          </p:nvPr>
        </p:nvSpPr>
        <p:spPr/>
        <p:txBody>
          <a:bodyPr/>
          <a:lstStyle/>
          <a:p>
            <a:pPr>
              <a:defRPr/>
            </a:pPr>
            <a:fld id="{90CBDC3A-D49F-4631-A8C7-55D59B33E5FA}" type="slidenum">
              <a:rPr lang="en-US" smtClean="0"/>
              <a:pPr>
                <a:defRPr/>
              </a:pPr>
              <a:t>35</a:t>
            </a:fld>
            <a:endParaRPr lang="en-US" dirty="0"/>
          </a:p>
        </p:txBody>
      </p:sp>
      <p:pic>
        <p:nvPicPr>
          <p:cNvPr id="10" name="Picture 9" descr="A screenshot of a cell phone&#10;&#10;Description automatically generated">
            <a:extLst>
              <a:ext uri="{FF2B5EF4-FFF2-40B4-BE49-F238E27FC236}">
                <a16:creationId xmlns:a16="http://schemas.microsoft.com/office/drawing/2014/main" id="{10BC0748-9E6E-4007-8992-EF1C3025408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318455" y="1690688"/>
            <a:ext cx="7555090" cy="3728831"/>
          </a:xfrm>
          <a:prstGeom prst="rect">
            <a:avLst/>
          </a:prstGeom>
          <a:ln>
            <a:solidFill>
              <a:schemeClr val="tx1"/>
            </a:solidFill>
          </a:ln>
        </p:spPr>
      </p:pic>
    </p:spTree>
    <p:extLst>
      <p:ext uri="{BB962C8B-B14F-4D97-AF65-F5344CB8AC3E}">
        <p14:creationId xmlns:p14="http://schemas.microsoft.com/office/powerpoint/2010/main" val="310616307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466498-E75E-4464-AB01-F2DCE13BDDE2}"/>
              </a:ext>
            </a:extLst>
          </p:cNvPr>
          <p:cNvSpPr>
            <a:spLocks noGrp="1"/>
          </p:cNvSpPr>
          <p:nvPr>
            <p:ph type="title"/>
          </p:nvPr>
        </p:nvSpPr>
        <p:spPr/>
        <p:txBody>
          <a:bodyPr/>
          <a:lstStyle/>
          <a:p>
            <a:r>
              <a:rPr lang="nl-NL" dirty="0" err="1"/>
              <a:t>Conclusion</a:t>
            </a:r>
            <a:endParaRPr lang="en-GB" dirty="0"/>
          </a:p>
        </p:txBody>
      </p:sp>
      <p:sp>
        <p:nvSpPr>
          <p:cNvPr id="3" name="Content Placeholder 2">
            <a:extLst>
              <a:ext uri="{FF2B5EF4-FFF2-40B4-BE49-F238E27FC236}">
                <a16:creationId xmlns:a16="http://schemas.microsoft.com/office/drawing/2014/main" id="{2ED76709-FADD-437A-9DB9-64B820E0DFFC}"/>
              </a:ext>
            </a:extLst>
          </p:cNvPr>
          <p:cNvSpPr>
            <a:spLocks noGrp="1"/>
          </p:cNvSpPr>
          <p:nvPr>
            <p:ph idx="1"/>
          </p:nvPr>
        </p:nvSpPr>
        <p:spPr/>
        <p:txBody>
          <a:bodyPr>
            <a:normAutofit/>
          </a:bodyPr>
          <a:lstStyle/>
          <a:p>
            <a:pPr marL="514350" indent="-514350">
              <a:buFont typeface="+mj-lt"/>
              <a:buAutoNum type="arabicParenR"/>
            </a:pPr>
            <a:r>
              <a:rPr lang="en-GB" dirty="0"/>
              <a:t>How do Lime and Shap compare?</a:t>
            </a:r>
          </a:p>
          <a:p>
            <a:pPr marL="0" indent="0">
              <a:buNone/>
            </a:pPr>
            <a:endParaRPr lang="en-GB" dirty="0"/>
          </a:p>
          <a:p>
            <a:r>
              <a:rPr lang="en-GB" sz="2400" dirty="0"/>
              <a:t>According to theory Shap is optimal linear explainer</a:t>
            </a:r>
          </a:p>
          <a:p>
            <a:r>
              <a:rPr lang="en-GB" sz="2400" dirty="0"/>
              <a:t>Experiments show that Lime may still outperform Shap in certain circumstances</a:t>
            </a:r>
          </a:p>
          <a:p>
            <a:pPr lvl="1"/>
            <a:r>
              <a:rPr lang="en-GB" sz="2000" dirty="0"/>
              <a:t>For decision tree models</a:t>
            </a:r>
          </a:p>
          <a:p>
            <a:pPr lvl="1"/>
            <a:r>
              <a:rPr lang="en-GB" sz="2000" dirty="0"/>
              <a:t>For real-world dataset the quality of Lime was similar to Shap</a:t>
            </a:r>
          </a:p>
          <a:p>
            <a:r>
              <a:rPr lang="en-GB" sz="2400" dirty="0"/>
              <a:t>Evidence is provided that Shap may not</a:t>
            </a:r>
          </a:p>
          <a:p>
            <a:pPr lvl="1"/>
            <a:endParaRPr lang="en-GB" sz="2000" dirty="0"/>
          </a:p>
        </p:txBody>
      </p:sp>
      <p:sp>
        <p:nvSpPr>
          <p:cNvPr id="4" name="Slide Number Placeholder 3">
            <a:extLst>
              <a:ext uri="{FF2B5EF4-FFF2-40B4-BE49-F238E27FC236}">
                <a16:creationId xmlns:a16="http://schemas.microsoft.com/office/drawing/2014/main" id="{C8921614-080E-47F4-93DB-785F27AC64DB}"/>
              </a:ext>
            </a:extLst>
          </p:cNvPr>
          <p:cNvSpPr>
            <a:spLocks noGrp="1"/>
          </p:cNvSpPr>
          <p:nvPr>
            <p:ph type="sldNum" sz="quarter" idx="11"/>
          </p:nvPr>
        </p:nvSpPr>
        <p:spPr/>
        <p:txBody>
          <a:bodyPr/>
          <a:lstStyle/>
          <a:p>
            <a:pPr>
              <a:defRPr/>
            </a:pPr>
            <a:fld id="{90CBDC3A-D49F-4631-A8C7-55D59B33E5FA}" type="slidenum">
              <a:rPr lang="en-US" smtClean="0"/>
              <a:pPr>
                <a:defRPr/>
              </a:pPr>
              <a:t>36</a:t>
            </a:fld>
            <a:endParaRPr lang="en-US" dirty="0"/>
          </a:p>
        </p:txBody>
      </p:sp>
    </p:spTree>
    <p:extLst>
      <p:ext uri="{BB962C8B-B14F-4D97-AF65-F5344CB8AC3E}">
        <p14:creationId xmlns:p14="http://schemas.microsoft.com/office/powerpoint/2010/main" val="137415483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466498-E75E-4464-AB01-F2DCE13BDDE2}"/>
              </a:ext>
            </a:extLst>
          </p:cNvPr>
          <p:cNvSpPr>
            <a:spLocks noGrp="1"/>
          </p:cNvSpPr>
          <p:nvPr>
            <p:ph type="title"/>
          </p:nvPr>
        </p:nvSpPr>
        <p:spPr/>
        <p:txBody>
          <a:bodyPr/>
          <a:lstStyle/>
          <a:p>
            <a:r>
              <a:rPr lang="nl-NL" dirty="0" err="1"/>
              <a:t>Conclusion</a:t>
            </a:r>
            <a:endParaRPr lang="en-GB" dirty="0"/>
          </a:p>
        </p:txBody>
      </p:sp>
      <p:sp>
        <p:nvSpPr>
          <p:cNvPr id="3" name="Content Placeholder 2">
            <a:extLst>
              <a:ext uri="{FF2B5EF4-FFF2-40B4-BE49-F238E27FC236}">
                <a16:creationId xmlns:a16="http://schemas.microsoft.com/office/drawing/2014/main" id="{2ED76709-FADD-437A-9DB9-64B820E0DFFC}"/>
              </a:ext>
            </a:extLst>
          </p:cNvPr>
          <p:cNvSpPr>
            <a:spLocks noGrp="1"/>
          </p:cNvSpPr>
          <p:nvPr>
            <p:ph idx="1"/>
          </p:nvPr>
        </p:nvSpPr>
        <p:spPr/>
        <p:txBody>
          <a:bodyPr>
            <a:normAutofit/>
          </a:bodyPr>
          <a:lstStyle/>
          <a:p>
            <a:pPr marL="457200" indent="-457200">
              <a:buFont typeface="+mj-lt"/>
              <a:buAutoNum type="arabicParenR" startAt="2"/>
            </a:pPr>
            <a:r>
              <a:rPr lang="en-GB" dirty="0"/>
              <a:t>Assess novel explainer evaluation metric: Faithfulness</a:t>
            </a:r>
          </a:p>
          <a:p>
            <a:r>
              <a:rPr lang="en-GB" sz="2400" dirty="0"/>
              <a:t>Faithfulness is unfit for explanations of less than 2 features</a:t>
            </a:r>
          </a:p>
          <a:p>
            <a:r>
              <a:rPr lang="en-GB" sz="2400" dirty="0"/>
              <a:t>Shows undesirable behaviour when</a:t>
            </a:r>
          </a:p>
          <a:p>
            <a:pPr lvl="1"/>
            <a:r>
              <a:rPr lang="en-GB" sz="2000" dirty="0"/>
              <a:t>wrong features are included, and</a:t>
            </a:r>
          </a:p>
          <a:p>
            <a:pPr lvl="1"/>
            <a:r>
              <a:rPr lang="en-GB" sz="2000" dirty="0"/>
              <a:t>tiny attribution values are assigned</a:t>
            </a:r>
          </a:p>
          <a:p>
            <a:r>
              <a:rPr lang="en-GB" sz="2400" dirty="0"/>
              <a:t>Faithfulness is </a:t>
            </a:r>
            <a:r>
              <a:rPr lang="en-GB" sz="2400" dirty="0" err="1"/>
              <a:t>inadmissable</a:t>
            </a:r>
            <a:endParaRPr lang="en-GB" dirty="0"/>
          </a:p>
        </p:txBody>
      </p:sp>
      <p:sp>
        <p:nvSpPr>
          <p:cNvPr id="4" name="Slide Number Placeholder 3">
            <a:extLst>
              <a:ext uri="{FF2B5EF4-FFF2-40B4-BE49-F238E27FC236}">
                <a16:creationId xmlns:a16="http://schemas.microsoft.com/office/drawing/2014/main" id="{C8921614-080E-47F4-93DB-785F27AC64DB}"/>
              </a:ext>
            </a:extLst>
          </p:cNvPr>
          <p:cNvSpPr>
            <a:spLocks noGrp="1"/>
          </p:cNvSpPr>
          <p:nvPr>
            <p:ph type="sldNum" sz="quarter" idx="11"/>
          </p:nvPr>
        </p:nvSpPr>
        <p:spPr/>
        <p:txBody>
          <a:bodyPr/>
          <a:lstStyle/>
          <a:p>
            <a:pPr>
              <a:defRPr/>
            </a:pPr>
            <a:fld id="{90CBDC3A-D49F-4631-A8C7-55D59B33E5FA}" type="slidenum">
              <a:rPr lang="en-US" smtClean="0"/>
              <a:pPr>
                <a:defRPr/>
              </a:pPr>
              <a:t>37</a:t>
            </a:fld>
            <a:endParaRPr lang="en-US" dirty="0"/>
          </a:p>
        </p:txBody>
      </p:sp>
    </p:spTree>
    <p:extLst>
      <p:ext uri="{BB962C8B-B14F-4D97-AF65-F5344CB8AC3E}">
        <p14:creationId xmlns:p14="http://schemas.microsoft.com/office/powerpoint/2010/main" val="318831805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466498-E75E-4464-AB01-F2DCE13BDDE2}"/>
              </a:ext>
            </a:extLst>
          </p:cNvPr>
          <p:cNvSpPr>
            <a:spLocks noGrp="1"/>
          </p:cNvSpPr>
          <p:nvPr>
            <p:ph type="title"/>
          </p:nvPr>
        </p:nvSpPr>
        <p:spPr/>
        <p:txBody>
          <a:bodyPr/>
          <a:lstStyle/>
          <a:p>
            <a:r>
              <a:rPr lang="en-GB"/>
              <a:t>Conclusion</a:t>
            </a:r>
          </a:p>
        </p:txBody>
      </p:sp>
      <p:sp>
        <p:nvSpPr>
          <p:cNvPr id="3" name="Content Placeholder 2">
            <a:extLst>
              <a:ext uri="{FF2B5EF4-FFF2-40B4-BE49-F238E27FC236}">
                <a16:creationId xmlns:a16="http://schemas.microsoft.com/office/drawing/2014/main" id="{2ED76709-FADD-437A-9DB9-64B820E0DFFC}"/>
              </a:ext>
            </a:extLst>
          </p:cNvPr>
          <p:cNvSpPr>
            <a:spLocks noGrp="1"/>
          </p:cNvSpPr>
          <p:nvPr>
            <p:ph idx="1"/>
          </p:nvPr>
        </p:nvSpPr>
        <p:spPr/>
        <p:txBody>
          <a:bodyPr>
            <a:normAutofit/>
          </a:bodyPr>
          <a:lstStyle/>
          <a:p>
            <a:pPr marL="0" indent="0">
              <a:buNone/>
            </a:pPr>
            <a:r>
              <a:rPr lang="en-GB" dirty="0"/>
              <a:t>Explanation methods provide a powerful tool to gain insight into black box models. </a:t>
            </a:r>
          </a:p>
          <a:p>
            <a:pPr marL="0" indent="0">
              <a:buNone/>
            </a:pPr>
            <a:r>
              <a:rPr lang="en-GB" dirty="0"/>
              <a:t>However:</a:t>
            </a:r>
          </a:p>
          <a:p>
            <a:r>
              <a:rPr lang="en-GB" dirty="0"/>
              <a:t>Evaluation has not yet reached consensus</a:t>
            </a:r>
          </a:p>
          <a:p>
            <a:r>
              <a:rPr lang="en-GB" dirty="0"/>
              <a:t>Explanations may be inaccurate to model for an instance</a:t>
            </a:r>
          </a:p>
          <a:p>
            <a:pPr marL="0" indent="0">
              <a:buNone/>
            </a:pPr>
            <a:endParaRPr lang="en-GB" sz="1600" dirty="0"/>
          </a:p>
          <a:p>
            <a:pPr marL="0" indent="0">
              <a:buNone/>
            </a:pPr>
            <a:r>
              <a:rPr lang="en-GB" dirty="0">
                <a:solidFill>
                  <a:srgbClr val="FF9500"/>
                </a:solidFill>
              </a:rPr>
              <a:t>Thus, </a:t>
            </a:r>
          </a:p>
          <a:p>
            <a:pPr marL="0" indent="0">
              <a:buNone/>
            </a:pPr>
            <a:r>
              <a:rPr lang="en-GB" dirty="0"/>
              <a:t>the use of explanation methods is advised if used with discretion.</a:t>
            </a:r>
          </a:p>
        </p:txBody>
      </p:sp>
      <p:sp>
        <p:nvSpPr>
          <p:cNvPr id="4" name="Slide Number Placeholder 3">
            <a:extLst>
              <a:ext uri="{FF2B5EF4-FFF2-40B4-BE49-F238E27FC236}">
                <a16:creationId xmlns:a16="http://schemas.microsoft.com/office/drawing/2014/main" id="{C8921614-080E-47F4-93DB-785F27AC64DB}"/>
              </a:ext>
            </a:extLst>
          </p:cNvPr>
          <p:cNvSpPr>
            <a:spLocks noGrp="1"/>
          </p:cNvSpPr>
          <p:nvPr>
            <p:ph type="sldNum" sz="quarter" idx="11"/>
          </p:nvPr>
        </p:nvSpPr>
        <p:spPr/>
        <p:txBody>
          <a:bodyPr/>
          <a:lstStyle/>
          <a:p>
            <a:pPr>
              <a:defRPr/>
            </a:pPr>
            <a:fld id="{90CBDC3A-D49F-4631-A8C7-55D59B33E5FA}" type="slidenum">
              <a:rPr lang="en-US" smtClean="0"/>
              <a:pPr>
                <a:defRPr/>
              </a:pPr>
              <a:t>38</a:t>
            </a:fld>
            <a:endParaRPr lang="en-US" dirty="0"/>
          </a:p>
        </p:txBody>
      </p:sp>
    </p:spTree>
    <p:extLst>
      <p:ext uri="{BB962C8B-B14F-4D97-AF65-F5344CB8AC3E}">
        <p14:creationId xmlns:p14="http://schemas.microsoft.com/office/powerpoint/2010/main" val="397915536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D93A"/>
        </a:solidFill>
        <a:effectLst/>
      </p:bgPr>
    </p:bg>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572483A1-64B6-CD40-A3EC-DC33036ACA34}"/>
              </a:ext>
            </a:extLst>
          </p:cNvPr>
          <p:cNvSpPr>
            <a:spLocks noGrp="1"/>
          </p:cNvSpPr>
          <p:nvPr>
            <p:ph type="sldNum" sz="quarter" idx="32"/>
          </p:nvPr>
        </p:nvSpPr>
        <p:spPr>
          <a:xfrm flipH="1">
            <a:off x="11449455" y="6537474"/>
            <a:ext cx="383630" cy="135700"/>
          </a:xfrm>
        </p:spPr>
        <p:txBody>
          <a:bodyPr/>
          <a:lstStyle/>
          <a:p>
            <a:fld id="{90CBDC3A-D49F-4631-A8C7-55D59B33E5FA}" type="slidenum">
              <a:rPr lang="en-US" smtClean="0"/>
              <a:pPr/>
              <a:t>39</a:t>
            </a:fld>
            <a:endParaRPr lang="en-US" dirty="0"/>
          </a:p>
        </p:txBody>
      </p:sp>
      <p:sp>
        <p:nvSpPr>
          <p:cNvPr id="26" name="Title 25">
            <a:extLst>
              <a:ext uri="{FF2B5EF4-FFF2-40B4-BE49-F238E27FC236}">
                <a16:creationId xmlns:a16="http://schemas.microsoft.com/office/drawing/2014/main" id="{38CB3D8A-940A-304B-9647-4026C3D1B3BA}"/>
              </a:ext>
            </a:extLst>
          </p:cNvPr>
          <p:cNvSpPr>
            <a:spLocks noGrp="1"/>
          </p:cNvSpPr>
          <p:nvPr>
            <p:ph type="ctrTitle"/>
          </p:nvPr>
        </p:nvSpPr>
        <p:spPr>
          <a:xfrm>
            <a:off x="542021" y="2652012"/>
            <a:ext cx="7394112" cy="850033"/>
          </a:xfrm>
        </p:spPr>
        <p:txBody>
          <a:bodyPr/>
          <a:lstStyle/>
          <a:p>
            <a:r>
              <a:rPr lang="en-US" dirty="0"/>
              <a:t>Discussion &amp;</a:t>
            </a:r>
            <a:br>
              <a:rPr lang="en-US" dirty="0"/>
            </a:br>
            <a:r>
              <a:rPr lang="en-US" dirty="0"/>
              <a:t>Future work</a:t>
            </a:r>
          </a:p>
        </p:txBody>
      </p:sp>
      <p:sp>
        <p:nvSpPr>
          <p:cNvPr id="2" name="Footer Placeholder 1">
            <a:extLst>
              <a:ext uri="{FF2B5EF4-FFF2-40B4-BE49-F238E27FC236}">
                <a16:creationId xmlns:a16="http://schemas.microsoft.com/office/drawing/2014/main" id="{591F1447-D104-42AB-8D11-DB317860CB84}"/>
              </a:ext>
            </a:extLst>
          </p:cNvPr>
          <p:cNvSpPr>
            <a:spLocks noGrp="1"/>
          </p:cNvSpPr>
          <p:nvPr>
            <p:ph type="ftr" sz="quarter" idx="31"/>
          </p:nvPr>
        </p:nvSpPr>
        <p:spPr/>
        <p:txBody>
          <a:bodyPr/>
          <a:lstStyle/>
          <a:p>
            <a:endParaRPr lang="en-US" dirty="0"/>
          </a:p>
        </p:txBody>
      </p:sp>
    </p:spTree>
    <p:extLst>
      <p:ext uri="{BB962C8B-B14F-4D97-AF65-F5344CB8AC3E}">
        <p14:creationId xmlns:p14="http://schemas.microsoft.com/office/powerpoint/2010/main" val="190972505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466498-E75E-4464-AB01-F2DCE13BDDE2}"/>
              </a:ext>
            </a:extLst>
          </p:cNvPr>
          <p:cNvSpPr>
            <a:spLocks noGrp="1"/>
          </p:cNvSpPr>
          <p:nvPr>
            <p:ph type="title"/>
          </p:nvPr>
        </p:nvSpPr>
        <p:spPr/>
        <p:txBody>
          <a:bodyPr/>
          <a:lstStyle/>
          <a:p>
            <a:r>
              <a:rPr lang="en-GB"/>
              <a:t>Discussion</a:t>
            </a:r>
          </a:p>
        </p:txBody>
      </p:sp>
      <p:sp>
        <p:nvSpPr>
          <p:cNvPr id="3" name="Content Placeholder 2">
            <a:extLst>
              <a:ext uri="{FF2B5EF4-FFF2-40B4-BE49-F238E27FC236}">
                <a16:creationId xmlns:a16="http://schemas.microsoft.com/office/drawing/2014/main" id="{2ED76709-FADD-437A-9DB9-64B820E0DFFC}"/>
              </a:ext>
            </a:extLst>
          </p:cNvPr>
          <p:cNvSpPr>
            <a:spLocks noGrp="1"/>
          </p:cNvSpPr>
          <p:nvPr>
            <p:ph idx="1"/>
          </p:nvPr>
        </p:nvSpPr>
        <p:spPr/>
        <p:txBody>
          <a:bodyPr/>
          <a:lstStyle/>
          <a:p>
            <a:r>
              <a:rPr lang="nl-NL" dirty="0"/>
              <a:t>NDCG </a:t>
            </a:r>
            <a:r>
              <a:rPr lang="en-GB" dirty="0"/>
              <a:t>metric can not always be applied</a:t>
            </a:r>
          </a:p>
          <a:p>
            <a:r>
              <a:rPr lang="en-GB" dirty="0"/>
              <a:t>Faithfulness includes attribution values</a:t>
            </a:r>
          </a:p>
          <a:p>
            <a:r>
              <a:rPr lang="en-GB" dirty="0"/>
              <a:t>Synthetic data generation using </a:t>
            </a:r>
            <a:r>
              <a:rPr lang="en-GB" dirty="0" err="1"/>
              <a:t>SymPy</a:t>
            </a:r>
            <a:r>
              <a:rPr lang="en-GB" dirty="0"/>
              <a:t>*</a:t>
            </a:r>
          </a:p>
          <a:p>
            <a:r>
              <a:rPr lang="en-GB" dirty="0"/>
              <a:t>Computational effort and speed</a:t>
            </a:r>
          </a:p>
        </p:txBody>
      </p:sp>
      <p:sp>
        <p:nvSpPr>
          <p:cNvPr id="4" name="Slide Number Placeholder 3">
            <a:extLst>
              <a:ext uri="{FF2B5EF4-FFF2-40B4-BE49-F238E27FC236}">
                <a16:creationId xmlns:a16="http://schemas.microsoft.com/office/drawing/2014/main" id="{C8921614-080E-47F4-93DB-785F27AC64DB}"/>
              </a:ext>
            </a:extLst>
          </p:cNvPr>
          <p:cNvSpPr>
            <a:spLocks noGrp="1"/>
          </p:cNvSpPr>
          <p:nvPr>
            <p:ph type="sldNum" sz="quarter" idx="11"/>
          </p:nvPr>
        </p:nvSpPr>
        <p:spPr/>
        <p:txBody>
          <a:bodyPr/>
          <a:lstStyle/>
          <a:p>
            <a:pPr>
              <a:defRPr/>
            </a:pPr>
            <a:fld id="{90CBDC3A-D49F-4631-A8C7-55D59B33E5FA}" type="slidenum">
              <a:rPr lang="en-US" smtClean="0"/>
              <a:pPr>
                <a:defRPr/>
              </a:pPr>
              <a:t>40</a:t>
            </a:fld>
            <a:endParaRPr lang="en-US" dirty="0"/>
          </a:p>
        </p:txBody>
      </p:sp>
      <p:sp>
        <p:nvSpPr>
          <p:cNvPr id="5" name="Content Placeholder 2">
            <a:extLst>
              <a:ext uri="{FF2B5EF4-FFF2-40B4-BE49-F238E27FC236}">
                <a16:creationId xmlns:a16="http://schemas.microsoft.com/office/drawing/2014/main" id="{8E06F8F0-E799-4B1A-B762-D0B63E0BAB5B}"/>
              </a:ext>
            </a:extLst>
          </p:cNvPr>
          <p:cNvSpPr txBox="1">
            <a:spLocks/>
          </p:cNvSpPr>
          <p:nvPr/>
        </p:nvSpPr>
        <p:spPr>
          <a:xfrm>
            <a:off x="838199" y="6255535"/>
            <a:ext cx="7295707" cy="237340"/>
          </a:xfrm>
          <a:prstGeom prst="rect">
            <a:avLst/>
          </a:prstGeom>
        </p:spPr>
        <p:txBody>
          <a:bodyPr vert="horz" lIns="91440" tIns="45720" rIns="91440" bIns="45720" rtlCol="0">
            <a:normAutofit fontScale="2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GB" sz="4800" dirty="0"/>
              <a:t>* </a:t>
            </a:r>
            <a:r>
              <a:rPr lang="en-GB" sz="4400" dirty="0">
                <a:hlinkClick r:id="rId2"/>
              </a:rPr>
              <a:t>https://www.sympy.org/en/index.html</a:t>
            </a:r>
            <a:endParaRPr lang="en-GB" dirty="0"/>
          </a:p>
        </p:txBody>
      </p:sp>
    </p:spTree>
    <p:extLst>
      <p:ext uri="{BB962C8B-B14F-4D97-AF65-F5344CB8AC3E}">
        <p14:creationId xmlns:p14="http://schemas.microsoft.com/office/powerpoint/2010/main" val="142781990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466498-E75E-4464-AB01-F2DCE13BDDE2}"/>
              </a:ext>
            </a:extLst>
          </p:cNvPr>
          <p:cNvSpPr>
            <a:spLocks noGrp="1"/>
          </p:cNvSpPr>
          <p:nvPr>
            <p:ph type="title"/>
          </p:nvPr>
        </p:nvSpPr>
        <p:spPr/>
        <p:txBody>
          <a:bodyPr/>
          <a:lstStyle/>
          <a:p>
            <a:r>
              <a:rPr lang="en-GB" dirty="0"/>
              <a:t>Future work</a:t>
            </a:r>
          </a:p>
        </p:txBody>
      </p:sp>
      <p:sp>
        <p:nvSpPr>
          <p:cNvPr id="3" name="Content Placeholder 2">
            <a:extLst>
              <a:ext uri="{FF2B5EF4-FFF2-40B4-BE49-F238E27FC236}">
                <a16:creationId xmlns:a16="http://schemas.microsoft.com/office/drawing/2014/main" id="{2ED76709-FADD-437A-9DB9-64B820E0DFFC}"/>
              </a:ext>
            </a:extLst>
          </p:cNvPr>
          <p:cNvSpPr>
            <a:spLocks noGrp="1"/>
          </p:cNvSpPr>
          <p:nvPr>
            <p:ph idx="1"/>
          </p:nvPr>
        </p:nvSpPr>
        <p:spPr/>
        <p:txBody>
          <a:bodyPr/>
          <a:lstStyle/>
          <a:p>
            <a:r>
              <a:rPr lang="en-GB" dirty="0"/>
              <a:t>Reach consensus in evaluation of (linear) explainers</a:t>
            </a:r>
          </a:p>
          <a:p>
            <a:r>
              <a:rPr lang="en-GB" dirty="0"/>
              <a:t>Test to determine ‘optimal’ number of features in explanation</a:t>
            </a:r>
          </a:p>
          <a:p>
            <a:r>
              <a:rPr lang="en-GB" dirty="0"/>
              <a:t>Provide user with the local inaccuracy information</a:t>
            </a:r>
          </a:p>
          <a:p>
            <a:r>
              <a:rPr lang="en-GB" dirty="0"/>
              <a:t>Lime with different explanation model, such as decision tree</a:t>
            </a:r>
          </a:p>
          <a:p>
            <a:endParaRPr lang="en-GB" dirty="0"/>
          </a:p>
        </p:txBody>
      </p:sp>
      <p:sp>
        <p:nvSpPr>
          <p:cNvPr id="4" name="Slide Number Placeholder 3">
            <a:extLst>
              <a:ext uri="{FF2B5EF4-FFF2-40B4-BE49-F238E27FC236}">
                <a16:creationId xmlns:a16="http://schemas.microsoft.com/office/drawing/2014/main" id="{C8921614-080E-47F4-93DB-785F27AC64DB}"/>
              </a:ext>
            </a:extLst>
          </p:cNvPr>
          <p:cNvSpPr>
            <a:spLocks noGrp="1"/>
          </p:cNvSpPr>
          <p:nvPr>
            <p:ph type="sldNum" sz="quarter" idx="11"/>
          </p:nvPr>
        </p:nvSpPr>
        <p:spPr/>
        <p:txBody>
          <a:bodyPr/>
          <a:lstStyle/>
          <a:p>
            <a:pPr>
              <a:defRPr/>
            </a:pPr>
            <a:fld id="{90CBDC3A-D49F-4631-A8C7-55D59B33E5FA}" type="slidenum">
              <a:rPr lang="en-US" smtClean="0"/>
              <a:pPr>
                <a:defRPr/>
              </a:pPr>
              <a:t>41</a:t>
            </a:fld>
            <a:endParaRPr lang="en-US" dirty="0"/>
          </a:p>
        </p:txBody>
      </p:sp>
      <p:sp>
        <p:nvSpPr>
          <p:cNvPr id="5" name="Content Placeholder 2">
            <a:extLst>
              <a:ext uri="{FF2B5EF4-FFF2-40B4-BE49-F238E27FC236}">
                <a16:creationId xmlns:a16="http://schemas.microsoft.com/office/drawing/2014/main" id="{8E06F8F0-E799-4B1A-B762-D0B63E0BAB5B}"/>
              </a:ext>
            </a:extLst>
          </p:cNvPr>
          <p:cNvSpPr txBox="1">
            <a:spLocks/>
          </p:cNvSpPr>
          <p:nvPr/>
        </p:nvSpPr>
        <p:spPr>
          <a:xfrm>
            <a:off x="838199" y="6255535"/>
            <a:ext cx="7295707" cy="237340"/>
          </a:xfrm>
          <a:prstGeom prst="rect">
            <a:avLst/>
          </a:prstGeom>
        </p:spPr>
        <p:txBody>
          <a:bodyPr vert="horz" lIns="91440" tIns="45720" rIns="91440" bIns="45720" rtlCol="0">
            <a:normAutofit fontScale="2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GB" sz="4800" dirty="0"/>
              <a:t>* </a:t>
            </a:r>
            <a:r>
              <a:rPr lang="en-GB" sz="4400" dirty="0">
                <a:hlinkClick r:id="rId2"/>
              </a:rPr>
              <a:t>https://www.sympy.org/en/index.html</a:t>
            </a:r>
            <a:endParaRPr lang="en-GB" dirty="0"/>
          </a:p>
        </p:txBody>
      </p:sp>
    </p:spTree>
    <p:extLst>
      <p:ext uri="{BB962C8B-B14F-4D97-AF65-F5344CB8AC3E}">
        <p14:creationId xmlns:p14="http://schemas.microsoft.com/office/powerpoint/2010/main" val="156432846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D93A"/>
        </a:solidFill>
        <a:effectLst/>
      </p:bgPr>
    </p:bg>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572483A1-64B6-CD40-A3EC-DC33036ACA34}"/>
              </a:ext>
            </a:extLst>
          </p:cNvPr>
          <p:cNvSpPr>
            <a:spLocks noGrp="1"/>
          </p:cNvSpPr>
          <p:nvPr>
            <p:ph type="sldNum" sz="quarter" idx="32"/>
          </p:nvPr>
        </p:nvSpPr>
        <p:spPr>
          <a:xfrm flipH="1">
            <a:off x="11449455" y="6537474"/>
            <a:ext cx="383630" cy="135700"/>
          </a:xfrm>
        </p:spPr>
        <p:txBody>
          <a:bodyPr/>
          <a:lstStyle/>
          <a:p>
            <a:fld id="{90CBDC3A-D49F-4631-A8C7-55D59B33E5FA}" type="slidenum">
              <a:rPr lang="en-US" smtClean="0"/>
              <a:pPr/>
              <a:t>42</a:t>
            </a:fld>
            <a:endParaRPr lang="en-US" dirty="0"/>
          </a:p>
        </p:txBody>
      </p:sp>
      <p:sp>
        <p:nvSpPr>
          <p:cNvPr id="26" name="Title 25">
            <a:extLst>
              <a:ext uri="{FF2B5EF4-FFF2-40B4-BE49-F238E27FC236}">
                <a16:creationId xmlns:a16="http://schemas.microsoft.com/office/drawing/2014/main" id="{38CB3D8A-940A-304B-9647-4026C3D1B3BA}"/>
              </a:ext>
            </a:extLst>
          </p:cNvPr>
          <p:cNvSpPr>
            <a:spLocks noGrp="1"/>
          </p:cNvSpPr>
          <p:nvPr>
            <p:ph type="ctrTitle"/>
          </p:nvPr>
        </p:nvSpPr>
        <p:spPr>
          <a:xfrm>
            <a:off x="542021" y="2652012"/>
            <a:ext cx="7394112" cy="850033"/>
          </a:xfrm>
        </p:spPr>
        <p:txBody>
          <a:bodyPr/>
          <a:lstStyle/>
          <a:p>
            <a:r>
              <a:rPr lang="en-US" dirty="0"/>
              <a:t>References</a:t>
            </a:r>
          </a:p>
        </p:txBody>
      </p:sp>
      <p:sp>
        <p:nvSpPr>
          <p:cNvPr id="2" name="Footer Placeholder 1">
            <a:extLst>
              <a:ext uri="{FF2B5EF4-FFF2-40B4-BE49-F238E27FC236}">
                <a16:creationId xmlns:a16="http://schemas.microsoft.com/office/drawing/2014/main" id="{591F1447-D104-42AB-8D11-DB317860CB84}"/>
              </a:ext>
            </a:extLst>
          </p:cNvPr>
          <p:cNvSpPr>
            <a:spLocks noGrp="1"/>
          </p:cNvSpPr>
          <p:nvPr>
            <p:ph type="ftr" sz="quarter" idx="31"/>
          </p:nvPr>
        </p:nvSpPr>
        <p:spPr/>
        <p:txBody>
          <a:bodyPr/>
          <a:lstStyle/>
          <a:p>
            <a:endParaRPr lang="en-US" dirty="0"/>
          </a:p>
        </p:txBody>
      </p:sp>
    </p:spTree>
    <p:extLst>
      <p:ext uri="{BB962C8B-B14F-4D97-AF65-F5344CB8AC3E}">
        <p14:creationId xmlns:p14="http://schemas.microsoft.com/office/powerpoint/2010/main" val="304804067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69067-FA62-4C5E-917B-6E4A055B9BAF}"/>
              </a:ext>
            </a:extLst>
          </p:cNvPr>
          <p:cNvSpPr>
            <a:spLocks noGrp="1"/>
          </p:cNvSpPr>
          <p:nvPr>
            <p:ph type="title"/>
          </p:nvPr>
        </p:nvSpPr>
        <p:spPr/>
        <p:txBody>
          <a:bodyPr/>
          <a:lstStyle/>
          <a:p>
            <a:r>
              <a:rPr lang="nl-NL" dirty="0" err="1"/>
              <a:t>References</a:t>
            </a:r>
            <a:endParaRPr lang="en-GB" dirty="0"/>
          </a:p>
        </p:txBody>
      </p:sp>
      <p:sp>
        <p:nvSpPr>
          <p:cNvPr id="3" name="Content Placeholder 2">
            <a:extLst>
              <a:ext uri="{FF2B5EF4-FFF2-40B4-BE49-F238E27FC236}">
                <a16:creationId xmlns:a16="http://schemas.microsoft.com/office/drawing/2014/main" id="{96307B9D-04F7-42A9-988A-B8EBEE117B1A}"/>
              </a:ext>
            </a:extLst>
          </p:cNvPr>
          <p:cNvSpPr>
            <a:spLocks noGrp="1"/>
          </p:cNvSpPr>
          <p:nvPr>
            <p:ph idx="1"/>
          </p:nvPr>
        </p:nvSpPr>
        <p:spPr/>
        <p:txBody>
          <a:bodyPr/>
          <a:lstStyle/>
          <a:p>
            <a:pPr marL="0" indent="0">
              <a:buNone/>
            </a:pPr>
            <a:r>
              <a:rPr lang="nl-NL" dirty="0"/>
              <a:t>[1] </a:t>
            </a:r>
            <a:r>
              <a:rPr lang="en-GB" dirty="0"/>
              <a:t>Ribeiro, M. T., Singh, S., &amp; </a:t>
            </a:r>
            <a:r>
              <a:rPr lang="en-GB" dirty="0" err="1"/>
              <a:t>Guestrin</a:t>
            </a:r>
            <a:r>
              <a:rPr lang="en-GB" dirty="0"/>
              <a:t>, C. (2016). “Why should </a:t>
            </a:r>
            <a:r>
              <a:rPr lang="en-GB" dirty="0" err="1"/>
              <a:t>i</a:t>
            </a:r>
            <a:r>
              <a:rPr lang="en-GB" dirty="0"/>
              <a:t> trust</a:t>
            </a:r>
            <a:br>
              <a:rPr lang="en-GB" dirty="0"/>
            </a:br>
            <a:r>
              <a:rPr lang="en-GB" dirty="0"/>
              <a:t>you?” Explaining the predictions of any classifier. </a:t>
            </a:r>
          </a:p>
          <a:p>
            <a:pPr marL="0" indent="0">
              <a:buNone/>
            </a:pPr>
            <a:r>
              <a:rPr lang="en-GB" dirty="0"/>
              <a:t>[2] Lundberg, S. M., &amp; Lee, S. I. (2017). A unified approach to interpreting model predictions.</a:t>
            </a:r>
          </a:p>
          <a:p>
            <a:pPr marL="0" indent="0">
              <a:buNone/>
            </a:pPr>
            <a:r>
              <a:rPr lang="en-GB" dirty="0"/>
              <a:t>[3] Shapley, L. S. (1953). A value for n-person games.</a:t>
            </a:r>
            <a:br>
              <a:rPr lang="en-GB" dirty="0"/>
            </a:br>
            <a:endParaRPr lang="en-GB" dirty="0"/>
          </a:p>
        </p:txBody>
      </p:sp>
      <p:sp>
        <p:nvSpPr>
          <p:cNvPr id="4" name="Slide Number Placeholder 3">
            <a:extLst>
              <a:ext uri="{FF2B5EF4-FFF2-40B4-BE49-F238E27FC236}">
                <a16:creationId xmlns:a16="http://schemas.microsoft.com/office/drawing/2014/main" id="{A70D7AD2-F33B-484D-B26A-0B53649A6560}"/>
              </a:ext>
            </a:extLst>
          </p:cNvPr>
          <p:cNvSpPr>
            <a:spLocks noGrp="1"/>
          </p:cNvSpPr>
          <p:nvPr>
            <p:ph type="sldNum" sz="quarter" idx="11"/>
          </p:nvPr>
        </p:nvSpPr>
        <p:spPr/>
        <p:txBody>
          <a:bodyPr/>
          <a:lstStyle/>
          <a:p>
            <a:pPr>
              <a:defRPr/>
            </a:pPr>
            <a:fld id="{90CBDC3A-D49F-4631-A8C7-55D59B33E5FA}" type="slidenum">
              <a:rPr lang="en-US" smtClean="0"/>
              <a:pPr>
                <a:defRPr/>
              </a:pPr>
              <a:t>43</a:t>
            </a:fld>
            <a:endParaRPr lang="en-US" dirty="0"/>
          </a:p>
        </p:txBody>
      </p:sp>
    </p:spTree>
    <p:extLst>
      <p:ext uri="{BB962C8B-B14F-4D97-AF65-F5344CB8AC3E}">
        <p14:creationId xmlns:p14="http://schemas.microsoft.com/office/powerpoint/2010/main" val="349944707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A995C74-9AA7-B844-B319-491361C5ACBC}"/>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5205812" y="3651593"/>
            <a:ext cx="914188" cy="914188"/>
          </a:xfrm>
          <a:prstGeom prst="rect">
            <a:avLst/>
          </a:prstGeom>
        </p:spPr>
      </p:pic>
      <p:pic>
        <p:nvPicPr>
          <p:cNvPr id="7" name="Picture 6">
            <a:extLst>
              <a:ext uri="{FF2B5EF4-FFF2-40B4-BE49-F238E27FC236}">
                <a16:creationId xmlns:a16="http://schemas.microsoft.com/office/drawing/2014/main" id="{9948A7CA-1862-5040-A415-BCDF2C832CB6}"/>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423440" y="1676777"/>
            <a:ext cx="914188" cy="914188"/>
          </a:xfrm>
          <a:prstGeom prst="rect">
            <a:avLst/>
          </a:prstGeom>
        </p:spPr>
      </p:pic>
      <p:sp>
        <p:nvSpPr>
          <p:cNvPr id="2" name="Text Placeholder 1">
            <a:extLst>
              <a:ext uri="{FF2B5EF4-FFF2-40B4-BE49-F238E27FC236}">
                <a16:creationId xmlns:a16="http://schemas.microsoft.com/office/drawing/2014/main" id="{D4011857-CDBA-B44E-B3CA-9E5093336000}"/>
              </a:ext>
            </a:extLst>
          </p:cNvPr>
          <p:cNvSpPr>
            <a:spLocks noGrp="1"/>
          </p:cNvSpPr>
          <p:nvPr>
            <p:ph type="body" sz="quarter" idx="35"/>
          </p:nvPr>
        </p:nvSpPr>
        <p:spPr>
          <a:xfrm>
            <a:off x="880534" y="4543961"/>
            <a:ext cx="6399319" cy="757130"/>
          </a:xfrm>
        </p:spPr>
        <p:txBody>
          <a:bodyPr/>
          <a:lstStyle/>
          <a:p>
            <a:r>
              <a:rPr lang="en-US" dirty="0"/>
              <a:t>INSERT AUTHOR’S DETAILS HERE.</a:t>
            </a:r>
            <a:br>
              <a:rPr lang="en-US" dirty="0"/>
            </a:br>
            <a:r>
              <a:rPr lang="en-US" dirty="0"/>
              <a:t>UPPERCASE, maximum 3 lines at 16pt, MINIMUM 14PT. </a:t>
            </a:r>
          </a:p>
          <a:p>
            <a:endParaRPr lang="en-US" dirty="0"/>
          </a:p>
        </p:txBody>
      </p:sp>
      <p:sp>
        <p:nvSpPr>
          <p:cNvPr id="3" name="Footer Placeholder 2">
            <a:extLst>
              <a:ext uri="{FF2B5EF4-FFF2-40B4-BE49-F238E27FC236}">
                <a16:creationId xmlns:a16="http://schemas.microsoft.com/office/drawing/2014/main" id="{F2673194-0A34-5742-9B6B-3C600C51B7DD}"/>
              </a:ext>
            </a:extLst>
          </p:cNvPr>
          <p:cNvSpPr>
            <a:spLocks noGrp="1"/>
          </p:cNvSpPr>
          <p:nvPr>
            <p:ph type="ftr" sz="quarter" idx="36"/>
          </p:nvPr>
        </p:nvSpPr>
        <p:spPr/>
        <p:txBody>
          <a:bodyPr/>
          <a:lstStyle/>
          <a:p>
            <a:endParaRPr lang="en-AU" dirty="0"/>
          </a:p>
        </p:txBody>
      </p:sp>
      <p:sp>
        <p:nvSpPr>
          <p:cNvPr id="4" name="Slide Number Placeholder 3">
            <a:extLst>
              <a:ext uri="{FF2B5EF4-FFF2-40B4-BE49-F238E27FC236}">
                <a16:creationId xmlns:a16="http://schemas.microsoft.com/office/drawing/2014/main" id="{564143E0-B82B-724D-9F2A-9FE3B6B0B367}"/>
              </a:ext>
            </a:extLst>
          </p:cNvPr>
          <p:cNvSpPr>
            <a:spLocks noGrp="1"/>
          </p:cNvSpPr>
          <p:nvPr>
            <p:ph type="sldNum" sz="quarter" idx="37"/>
          </p:nvPr>
        </p:nvSpPr>
        <p:spPr/>
        <p:txBody>
          <a:bodyPr/>
          <a:lstStyle/>
          <a:p>
            <a:fld id="{90CBDC3A-D49F-4631-A8C7-55D59B33E5FA}" type="slidenum">
              <a:rPr lang="en-US" smtClean="0"/>
              <a:pPr/>
              <a:t>44</a:t>
            </a:fld>
            <a:endParaRPr lang="en-US" dirty="0"/>
          </a:p>
        </p:txBody>
      </p:sp>
      <p:sp>
        <p:nvSpPr>
          <p:cNvPr id="9" name="Title 8">
            <a:extLst>
              <a:ext uri="{FF2B5EF4-FFF2-40B4-BE49-F238E27FC236}">
                <a16:creationId xmlns:a16="http://schemas.microsoft.com/office/drawing/2014/main" id="{0325DEE8-3EDD-8047-AFB0-40290FE9F61F}"/>
              </a:ext>
            </a:extLst>
          </p:cNvPr>
          <p:cNvSpPr>
            <a:spLocks noGrp="1"/>
          </p:cNvSpPr>
          <p:nvPr>
            <p:ph type="title"/>
          </p:nvPr>
        </p:nvSpPr>
        <p:spPr/>
        <p:txBody>
          <a:bodyPr/>
          <a:lstStyle/>
          <a:p>
            <a:r>
              <a:rPr lang="en-US" dirty="0"/>
              <a:t>INSERT QUOTE at 40pt min 36pt MAX 4 LINES AS SE ENIOLESTOTATE CON RAERUM ES INI EREPUDI ODIT EHENDIAM EUM.</a:t>
            </a:r>
          </a:p>
        </p:txBody>
      </p:sp>
    </p:spTree>
    <p:extLst>
      <p:ext uri="{BB962C8B-B14F-4D97-AF65-F5344CB8AC3E}">
        <p14:creationId xmlns:p14="http://schemas.microsoft.com/office/powerpoint/2010/main" val="400318738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294D6256-45E1-804E-BE56-3B84B2D778CA}"/>
              </a:ext>
            </a:extLst>
          </p:cNvPr>
          <p:cNvSpPr>
            <a:spLocks noGrp="1"/>
          </p:cNvSpPr>
          <p:nvPr>
            <p:ph type="body" sz="quarter" idx="35"/>
          </p:nvPr>
        </p:nvSpPr>
        <p:spPr>
          <a:xfrm>
            <a:off x="1383924" y="1618900"/>
            <a:ext cx="3823156" cy="1298561"/>
          </a:xfrm>
        </p:spPr>
        <p:txBody>
          <a:bodyPr/>
          <a:lstStyle/>
          <a:p>
            <a:r>
              <a:rPr lang="en-US" dirty="0"/>
              <a:t>THIS CONTENT CAN TEE UP A QUOTE OR PROVIDE CONTEXT</a:t>
            </a:r>
          </a:p>
          <a:p>
            <a:endParaRPr lang="en-US" dirty="0"/>
          </a:p>
        </p:txBody>
      </p:sp>
      <p:sp>
        <p:nvSpPr>
          <p:cNvPr id="3" name="Footer Placeholder 2">
            <a:extLst>
              <a:ext uri="{FF2B5EF4-FFF2-40B4-BE49-F238E27FC236}">
                <a16:creationId xmlns:a16="http://schemas.microsoft.com/office/drawing/2014/main" id="{B3CDD134-0918-494E-8A99-483AA77F62FF}"/>
              </a:ext>
            </a:extLst>
          </p:cNvPr>
          <p:cNvSpPr>
            <a:spLocks noGrp="1"/>
          </p:cNvSpPr>
          <p:nvPr>
            <p:ph type="ftr" sz="quarter" idx="36"/>
          </p:nvPr>
        </p:nvSpPr>
        <p:spPr/>
        <p:txBody>
          <a:bodyPr/>
          <a:lstStyle/>
          <a:p>
            <a:endParaRPr lang="en-AU" dirty="0"/>
          </a:p>
        </p:txBody>
      </p:sp>
      <p:sp>
        <p:nvSpPr>
          <p:cNvPr id="4" name="Slide Number Placeholder 3">
            <a:extLst>
              <a:ext uri="{FF2B5EF4-FFF2-40B4-BE49-F238E27FC236}">
                <a16:creationId xmlns:a16="http://schemas.microsoft.com/office/drawing/2014/main" id="{B7F756ED-F9A1-8047-88CF-A4C761ED337F}"/>
              </a:ext>
            </a:extLst>
          </p:cNvPr>
          <p:cNvSpPr>
            <a:spLocks noGrp="1"/>
          </p:cNvSpPr>
          <p:nvPr>
            <p:ph type="sldNum" sz="quarter" idx="37"/>
          </p:nvPr>
        </p:nvSpPr>
        <p:spPr/>
        <p:txBody>
          <a:bodyPr/>
          <a:lstStyle/>
          <a:p>
            <a:fld id="{90CBDC3A-D49F-4631-A8C7-55D59B33E5FA}" type="slidenum">
              <a:rPr lang="en-US" smtClean="0"/>
              <a:pPr/>
              <a:t>45</a:t>
            </a:fld>
            <a:endParaRPr lang="en-US" dirty="0"/>
          </a:p>
        </p:txBody>
      </p:sp>
      <p:sp>
        <p:nvSpPr>
          <p:cNvPr id="6" name="Text Placeholder 5">
            <a:extLst>
              <a:ext uri="{FF2B5EF4-FFF2-40B4-BE49-F238E27FC236}">
                <a16:creationId xmlns:a16="http://schemas.microsoft.com/office/drawing/2014/main" id="{4A54F2D8-70EA-1042-B3ED-CD3BC9E207EB}"/>
              </a:ext>
            </a:extLst>
          </p:cNvPr>
          <p:cNvSpPr>
            <a:spLocks noGrp="1"/>
          </p:cNvSpPr>
          <p:nvPr>
            <p:ph type="body" sz="quarter" idx="38"/>
          </p:nvPr>
        </p:nvSpPr>
        <p:spPr/>
        <p:txBody>
          <a:bodyPr/>
          <a:lstStyle/>
          <a:p>
            <a:r>
              <a:rPr lang="en-US"/>
              <a:t>- QUOTE ATTRIBUTION</a:t>
            </a:r>
            <a:endParaRPr lang="en-US" dirty="0"/>
          </a:p>
        </p:txBody>
      </p:sp>
      <p:sp>
        <p:nvSpPr>
          <p:cNvPr id="21" name="Title 20">
            <a:extLst>
              <a:ext uri="{FF2B5EF4-FFF2-40B4-BE49-F238E27FC236}">
                <a16:creationId xmlns:a16="http://schemas.microsoft.com/office/drawing/2014/main" id="{7175AD26-14B2-0D40-9A35-D9910EA298D1}"/>
              </a:ext>
            </a:extLst>
          </p:cNvPr>
          <p:cNvSpPr>
            <a:spLocks noGrp="1"/>
          </p:cNvSpPr>
          <p:nvPr>
            <p:ph type="title"/>
          </p:nvPr>
        </p:nvSpPr>
        <p:spPr>
          <a:xfrm>
            <a:off x="5531116" y="1618899"/>
            <a:ext cx="5412463" cy="3323346"/>
          </a:xfrm>
        </p:spPr>
        <p:txBody>
          <a:bodyPr/>
          <a:lstStyle/>
          <a:p>
            <a:r>
              <a:rPr lang="en-US" dirty="0"/>
              <a:t>“THIS IS A BRIEF BUT IMPACTFUL QUOTE THAT </a:t>
            </a:r>
            <a:r>
              <a:rPr lang="en-US" dirty="0">
                <a:solidFill>
                  <a:schemeClr val="accent1"/>
                </a:solidFill>
              </a:rPr>
              <a:t>CAN ALSO INCLUDE COLOR TO MAKE YOUR POINT.”</a:t>
            </a:r>
          </a:p>
        </p:txBody>
      </p:sp>
    </p:spTree>
    <p:extLst>
      <p:ext uri="{BB962C8B-B14F-4D97-AF65-F5344CB8AC3E}">
        <p14:creationId xmlns:p14="http://schemas.microsoft.com/office/powerpoint/2010/main" val="20211114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42EA27A8-2BEF-0B45-BBC2-7B34AC7AA3FC}"/>
              </a:ext>
            </a:extLst>
          </p:cNvPr>
          <p:cNvSpPr>
            <a:spLocks noGrp="1"/>
          </p:cNvSpPr>
          <p:nvPr>
            <p:ph type="sldNum" sz="quarter" idx="4"/>
          </p:nvPr>
        </p:nvSpPr>
        <p:spPr/>
        <p:txBody>
          <a:bodyPr/>
          <a:lstStyle/>
          <a:p>
            <a:fld id="{90CBDC3A-D49F-4631-A8C7-55D59B33E5FA}" type="slidenum">
              <a:rPr lang="en-US" smtClean="0"/>
              <a:pPr/>
              <a:t>46</a:t>
            </a:fld>
            <a:endParaRPr lang="en-US" dirty="0"/>
          </a:p>
        </p:txBody>
      </p:sp>
      <p:sp>
        <p:nvSpPr>
          <p:cNvPr id="3" name="Footer Placeholder 2">
            <a:extLst>
              <a:ext uri="{FF2B5EF4-FFF2-40B4-BE49-F238E27FC236}">
                <a16:creationId xmlns:a16="http://schemas.microsoft.com/office/drawing/2014/main" id="{424D0029-EFDF-0541-8A03-2D0302C9F0C5}"/>
              </a:ext>
            </a:extLst>
          </p:cNvPr>
          <p:cNvSpPr>
            <a:spLocks noGrp="1"/>
          </p:cNvSpPr>
          <p:nvPr>
            <p:ph type="ftr" sz="quarter" idx="3"/>
          </p:nvPr>
        </p:nvSpPr>
        <p:spPr/>
        <p:txBody>
          <a:bodyPr/>
          <a:lstStyle/>
          <a:p>
            <a:endParaRPr lang="en-US" dirty="0"/>
          </a:p>
        </p:txBody>
      </p:sp>
      <p:sp>
        <p:nvSpPr>
          <p:cNvPr id="6" name="Text Placeholder 5">
            <a:extLst>
              <a:ext uri="{FF2B5EF4-FFF2-40B4-BE49-F238E27FC236}">
                <a16:creationId xmlns:a16="http://schemas.microsoft.com/office/drawing/2014/main" id="{0057187F-A498-9F43-9605-9549C5509611}"/>
              </a:ext>
            </a:extLst>
          </p:cNvPr>
          <p:cNvSpPr>
            <a:spLocks noGrp="1"/>
          </p:cNvSpPr>
          <p:nvPr>
            <p:ph type="body" sz="quarter" idx="20"/>
          </p:nvPr>
        </p:nvSpPr>
        <p:spPr>
          <a:xfrm>
            <a:off x="428698" y="3728844"/>
            <a:ext cx="3656754" cy="1885420"/>
          </a:xfrm>
        </p:spPr>
        <p:txBody>
          <a:bodyPr/>
          <a:lstStyle/>
          <a:p>
            <a:r>
              <a:rPr lang="en-US" sz="1600" dirty="0" err="1"/>
              <a:t>Fusce</a:t>
            </a:r>
            <a:r>
              <a:rPr lang="en-US" sz="1600" dirty="0"/>
              <a:t> </a:t>
            </a:r>
            <a:r>
              <a:rPr lang="en-US" sz="1600" dirty="0" err="1"/>
              <a:t>dapibus</a:t>
            </a:r>
            <a:r>
              <a:rPr lang="en-US" sz="1600" dirty="0"/>
              <a:t>, </a:t>
            </a:r>
            <a:r>
              <a:rPr lang="en-US" sz="1600" dirty="0" err="1"/>
              <a:t>tellus</a:t>
            </a:r>
            <a:r>
              <a:rPr lang="en-US" sz="1600" dirty="0"/>
              <a:t> ac cursus </a:t>
            </a:r>
            <a:r>
              <a:rPr lang="en-US" sz="1600" dirty="0" err="1"/>
              <a:t>commodo</a:t>
            </a:r>
            <a:r>
              <a:rPr lang="en-US" sz="1600" dirty="0"/>
              <a:t>, </a:t>
            </a:r>
            <a:r>
              <a:rPr lang="en-US" sz="1600" dirty="0" err="1"/>
              <a:t>tortor</a:t>
            </a:r>
            <a:r>
              <a:rPr lang="en-US" sz="1600" dirty="0"/>
              <a:t> </a:t>
            </a:r>
            <a:r>
              <a:rPr lang="en-US" sz="1600" dirty="0" err="1"/>
              <a:t>mauris</a:t>
            </a:r>
            <a:r>
              <a:rPr lang="en-US" sz="1600" dirty="0"/>
              <a:t> </a:t>
            </a:r>
            <a:r>
              <a:rPr lang="en-US" sz="1600" dirty="0" err="1"/>
              <a:t>condimentum</a:t>
            </a:r>
            <a:r>
              <a:rPr lang="en-US" sz="1600" dirty="0"/>
              <a:t> </a:t>
            </a:r>
            <a:r>
              <a:rPr lang="en-US" sz="1600" dirty="0" err="1"/>
              <a:t>nibh</a:t>
            </a:r>
            <a:r>
              <a:rPr lang="en-US" sz="1600" dirty="0"/>
              <a:t>, </a:t>
            </a:r>
            <a:r>
              <a:rPr lang="en-US" sz="1600" dirty="0" err="1"/>
              <a:t>ut</a:t>
            </a:r>
            <a:r>
              <a:rPr lang="en-US" sz="1600" dirty="0"/>
              <a:t> fermentum </a:t>
            </a:r>
            <a:r>
              <a:rPr lang="en-US" sz="1600" dirty="0" err="1"/>
              <a:t>massa</a:t>
            </a:r>
            <a:r>
              <a:rPr lang="en-US" sz="1600" dirty="0"/>
              <a:t> </a:t>
            </a:r>
            <a:r>
              <a:rPr lang="en-US" sz="1600" dirty="0" err="1"/>
              <a:t>justo</a:t>
            </a:r>
            <a:r>
              <a:rPr lang="en-US" sz="1600" dirty="0"/>
              <a:t> sit </a:t>
            </a:r>
            <a:r>
              <a:rPr lang="en-US" sz="1600" dirty="0" err="1"/>
              <a:t>amet</a:t>
            </a:r>
            <a:r>
              <a:rPr lang="en-US" sz="1600" dirty="0"/>
              <a:t> </a:t>
            </a:r>
            <a:r>
              <a:rPr lang="en-US" sz="1600" dirty="0" err="1"/>
              <a:t>risus</a:t>
            </a:r>
            <a:r>
              <a:rPr lang="en-US" sz="1600" dirty="0"/>
              <a:t>. </a:t>
            </a:r>
            <a:r>
              <a:rPr lang="en-US" sz="1600" dirty="0" err="1"/>
              <a:t>Etiam</a:t>
            </a:r>
            <a:r>
              <a:rPr lang="en-US" sz="1600" dirty="0"/>
              <a:t> porta </a:t>
            </a:r>
            <a:r>
              <a:rPr lang="en-US" sz="1600" dirty="0" err="1"/>
              <a:t>sem</a:t>
            </a:r>
            <a:r>
              <a:rPr lang="en-US" sz="1600" dirty="0"/>
              <a:t> </a:t>
            </a:r>
            <a:r>
              <a:rPr lang="en-US" sz="1600" dirty="0" err="1"/>
              <a:t>malesuada</a:t>
            </a:r>
            <a:r>
              <a:rPr lang="en-US" sz="1600" dirty="0"/>
              <a:t> magna </a:t>
            </a:r>
            <a:r>
              <a:rPr lang="en-US" sz="1600" dirty="0" err="1"/>
              <a:t>mollis</a:t>
            </a:r>
            <a:r>
              <a:rPr lang="en-US" sz="1600" dirty="0"/>
              <a:t> </a:t>
            </a:r>
            <a:r>
              <a:rPr lang="en-US" sz="1600" dirty="0" err="1"/>
              <a:t>euismod</a:t>
            </a:r>
            <a:r>
              <a:rPr lang="en-US" sz="1600" dirty="0"/>
              <a:t>. </a:t>
            </a:r>
            <a:r>
              <a:rPr lang="en-US" sz="1600" dirty="0" err="1"/>
              <a:t>Fusce</a:t>
            </a:r>
            <a:r>
              <a:rPr lang="en-US" sz="1600" dirty="0"/>
              <a:t> </a:t>
            </a:r>
            <a:r>
              <a:rPr lang="en-US" sz="1600" dirty="0" err="1"/>
              <a:t>dapibus</a:t>
            </a:r>
            <a:r>
              <a:rPr lang="en-US" sz="1600" dirty="0"/>
              <a:t>, </a:t>
            </a:r>
            <a:r>
              <a:rPr lang="en-US" sz="1600" dirty="0" err="1"/>
              <a:t>tellus</a:t>
            </a:r>
            <a:r>
              <a:rPr lang="en-US" sz="1600" dirty="0"/>
              <a:t> ac cursus </a:t>
            </a:r>
            <a:r>
              <a:rPr lang="en-US" sz="1600" dirty="0" err="1"/>
              <a:t>commodo</a:t>
            </a:r>
            <a:r>
              <a:rPr lang="en-US" sz="1600" dirty="0"/>
              <a:t>, </a:t>
            </a:r>
            <a:r>
              <a:rPr lang="en-US" sz="1600" dirty="0" err="1"/>
              <a:t>tortor</a:t>
            </a:r>
            <a:r>
              <a:rPr lang="en-US" sz="1600" dirty="0"/>
              <a:t> </a:t>
            </a:r>
            <a:r>
              <a:rPr lang="en-US" sz="1600" dirty="0" err="1"/>
              <a:t>mauris</a:t>
            </a:r>
            <a:r>
              <a:rPr lang="en-US" sz="1600" dirty="0"/>
              <a:t> </a:t>
            </a:r>
            <a:r>
              <a:rPr lang="en-US" sz="1600" dirty="0" err="1"/>
              <a:t>condimentum</a:t>
            </a:r>
            <a:r>
              <a:rPr lang="en-US" sz="1600" dirty="0"/>
              <a:t> </a:t>
            </a:r>
            <a:r>
              <a:rPr lang="en-US" sz="1600" dirty="0" err="1"/>
              <a:t>nibh</a:t>
            </a:r>
            <a:r>
              <a:rPr lang="en-US" sz="1600" dirty="0"/>
              <a:t>.</a:t>
            </a:r>
          </a:p>
        </p:txBody>
      </p:sp>
      <p:sp>
        <p:nvSpPr>
          <p:cNvPr id="7" name="Text Placeholder 6">
            <a:extLst>
              <a:ext uri="{FF2B5EF4-FFF2-40B4-BE49-F238E27FC236}">
                <a16:creationId xmlns:a16="http://schemas.microsoft.com/office/drawing/2014/main" id="{89C5B053-402B-0741-8846-53BA8700C160}"/>
              </a:ext>
            </a:extLst>
          </p:cNvPr>
          <p:cNvSpPr>
            <a:spLocks noGrp="1"/>
          </p:cNvSpPr>
          <p:nvPr>
            <p:ph type="body" sz="quarter" idx="21"/>
          </p:nvPr>
        </p:nvSpPr>
        <p:spPr>
          <a:xfrm>
            <a:off x="8172763" y="3728844"/>
            <a:ext cx="3656754" cy="1885420"/>
          </a:xfrm>
        </p:spPr>
        <p:txBody>
          <a:bodyPr/>
          <a:lstStyle/>
          <a:p>
            <a:r>
              <a:rPr lang="en-US" sz="1600" dirty="0" err="1"/>
              <a:t>Aenean</a:t>
            </a:r>
            <a:r>
              <a:rPr lang="en-US" sz="1600" dirty="0"/>
              <a:t> </a:t>
            </a:r>
            <a:r>
              <a:rPr lang="en-US" sz="1600" dirty="0" err="1"/>
              <a:t>eu</a:t>
            </a:r>
            <a:r>
              <a:rPr lang="en-US" sz="1600" dirty="0"/>
              <a:t> </a:t>
            </a:r>
            <a:r>
              <a:rPr lang="en-US" sz="1600" dirty="0" err="1"/>
              <a:t>leo</a:t>
            </a:r>
            <a:r>
              <a:rPr lang="en-US" sz="1600" dirty="0"/>
              <a:t> </a:t>
            </a:r>
            <a:r>
              <a:rPr lang="en-US" sz="1600" dirty="0" err="1"/>
              <a:t>quam</a:t>
            </a:r>
            <a:r>
              <a:rPr lang="en-US" sz="1600" dirty="0"/>
              <a:t>. </a:t>
            </a:r>
            <a:r>
              <a:rPr lang="en-US" sz="1600" dirty="0" err="1"/>
              <a:t>Pellentesque</a:t>
            </a:r>
            <a:r>
              <a:rPr lang="en-US" sz="1600" dirty="0"/>
              <a:t> </a:t>
            </a:r>
            <a:r>
              <a:rPr lang="en-US" sz="1600" dirty="0" err="1"/>
              <a:t>ornare</a:t>
            </a:r>
            <a:r>
              <a:rPr lang="en-US" sz="1600" dirty="0"/>
              <a:t> </a:t>
            </a:r>
            <a:r>
              <a:rPr lang="en-US" sz="1600" dirty="0" err="1"/>
              <a:t>sem</a:t>
            </a:r>
            <a:r>
              <a:rPr lang="en-US" sz="1600" dirty="0"/>
              <a:t> lacinia </a:t>
            </a:r>
            <a:r>
              <a:rPr lang="en-US" sz="1600" dirty="0" err="1"/>
              <a:t>quam</a:t>
            </a:r>
            <a:r>
              <a:rPr lang="en-US" sz="1600" dirty="0"/>
              <a:t> </a:t>
            </a:r>
            <a:r>
              <a:rPr lang="en-US" sz="1600" dirty="0" err="1"/>
              <a:t>venenatis</a:t>
            </a:r>
            <a:r>
              <a:rPr lang="en-US" sz="1600" dirty="0"/>
              <a:t> vestibulum. Morbi </a:t>
            </a:r>
            <a:r>
              <a:rPr lang="en-US" sz="1600" dirty="0" err="1"/>
              <a:t>leo</a:t>
            </a:r>
            <a:r>
              <a:rPr lang="en-US" sz="1600" dirty="0"/>
              <a:t> </a:t>
            </a:r>
            <a:r>
              <a:rPr lang="en-US" sz="1600" dirty="0" err="1"/>
              <a:t>risus</a:t>
            </a:r>
            <a:r>
              <a:rPr lang="en-US" sz="1600" dirty="0"/>
              <a:t>, porta ac </a:t>
            </a:r>
            <a:r>
              <a:rPr lang="en-US" sz="1600" dirty="0" err="1"/>
              <a:t>consectetur</a:t>
            </a:r>
            <a:r>
              <a:rPr lang="en-US" sz="1600" dirty="0"/>
              <a:t> ac, vestibulum at </a:t>
            </a:r>
            <a:r>
              <a:rPr lang="en-US" sz="1600" dirty="0" err="1"/>
              <a:t>eros</a:t>
            </a:r>
            <a:r>
              <a:rPr lang="en-US" sz="1600" dirty="0"/>
              <a:t>. Morbi </a:t>
            </a:r>
            <a:r>
              <a:rPr lang="en-US" sz="1600" dirty="0" err="1"/>
              <a:t>leo</a:t>
            </a:r>
            <a:r>
              <a:rPr lang="en-US" sz="1600" dirty="0"/>
              <a:t> </a:t>
            </a:r>
            <a:r>
              <a:rPr lang="en-US" sz="1600" dirty="0" err="1"/>
              <a:t>risus</a:t>
            </a:r>
            <a:r>
              <a:rPr lang="en-US" sz="1600" dirty="0"/>
              <a:t>, porta ac </a:t>
            </a:r>
            <a:r>
              <a:rPr lang="en-US" sz="1600" dirty="0" err="1"/>
              <a:t>consectetur</a:t>
            </a:r>
            <a:r>
              <a:rPr lang="en-US" sz="1600" dirty="0"/>
              <a:t> ac, vestibulum at </a:t>
            </a:r>
            <a:r>
              <a:rPr lang="en-US" sz="1600" dirty="0" err="1"/>
              <a:t>eros</a:t>
            </a:r>
            <a:r>
              <a:rPr lang="en-US" sz="1600" dirty="0"/>
              <a:t>. </a:t>
            </a:r>
          </a:p>
        </p:txBody>
      </p:sp>
      <p:sp>
        <p:nvSpPr>
          <p:cNvPr id="8" name="Text Placeholder 7">
            <a:extLst>
              <a:ext uri="{FF2B5EF4-FFF2-40B4-BE49-F238E27FC236}">
                <a16:creationId xmlns:a16="http://schemas.microsoft.com/office/drawing/2014/main" id="{DF5B858A-EEDA-704F-BAC2-2469262965D2}"/>
              </a:ext>
            </a:extLst>
          </p:cNvPr>
          <p:cNvSpPr>
            <a:spLocks noGrp="1"/>
          </p:cNvSpPr>
          <p:nvPr>
            <p:ph type="body" sz="quarter" idx="22"/>
          </p:nvPr>
        </p:nvSpPr>
        <p:spPr>
          <a:xfrm>
            <a:off x="4300730" y="3728844"/>
            <a:ext cx="3656754" cy="1885420"/>
          </a:xfrm>
        </p:spPr>
        <p:txBody>
          <a:bodyPr/>
          <a:lstStyle/>
          <a:p>
            <a:r>
              <a:rPr lang="en-US" sz="1600" dirty="0" err="1"/>
              <a:t>Donec</a:t>
            </a:r>
            <a:r>
              <a:rPr lang="en-US" sz="1600" dirty="0"/>
              <a:t> </a:t>
            </a:r>
            <a:r>
              <a:rPr lang="en-US" sz="1600" dirty="0" err="1"/>
              <a:t>ullamcorper</a:t>
            </a:r>
            <a:r>
              <a:rPr lang="en-US" sz="1600" dirty="0"/>
              <a:t> </a:t>
            </a:r>
            <a:r>
              <a:rPr lang="en-US" sz="1600" dirty="0" err="1"/>
              <a:t>nulla</a:t>
            </a:r>
            <a:r>
              <a:rPr lang="en-US" sz="1600" dirty="0"/>
              <a:t> non </a:t>
            </a:r>
            <a:r>
              <a:rPr lang="en-US" sz="1600" dirty="0" err="1"/>
              <a:t>metus</a:t>
            </a:r>
            <a:r>
              <a:rPr lang="en-US" sz="1600" dirty="0"/>
              <a:t> </a:t>
            </a:r>
            <a:r>
              <a:rPr lang="en-US" sz="1600" dirty="0" err="1"/>
              <a:t>auctor</a:t>
            </a:r>
            <a:r>
              <a:rPr lang="en-US" sz="1600" dirty="0"/>
              <a:t> </a:t>
            </a:r>
            <a:r>
              <a:rPr lang="en-US" sz="1600" dirty="0" err="1"/>
              <a:t>fringilla</a:t>
            </a:r>
            <a:r>
              <a:rPr lang="en-US" sz="1600" dirty="0"/>
              <a:t>. </a:t>
            </a:r>
            <a:r>
              <a:rPr lang="en-US" sz="1600" dirty="0" err="1"/>
              <a:t>Aenean</a:t>
            </a:r>
            <a:r>
              <a:rPr lang="en-US" sz="1600" dirty="0"/>
              <a:t> lacinia </a:t>
            </a:r>
            <a:r>
              <a:rPr lang="en-US" sz="1600" dirty="0" err="1"/>
              <a:t>bibendum</a:t>
            </a:r>
            <a:r>
              <a:rPr lang="en-US" sz="1600" dirty="0"/>
              <a:t> </a:t>
            </a:r>
            <a:r>
              <a:rPr lang="en-US" sz="1600" dirty="0" err="1"/>
              <a:t>nulla</a:t>
            </a:r>
            <a:r>
              <a:rPr lang="en-US" sz="1600" dirty="0"/>
              <a:t> </a:t>
            </a:r>
            <a:r>
              <a:rPr lang="en-US" sz="1600" dirty="0" err="1"/>
              <a:t>sed</a:t>
            </a:r>
            <a:r>
              <a:rPr lang="en-US" sz="1600" dirty="0"/>
              <a:t> </a:t>
            </a:r>
            <a:r>
              <a:rPr lang="en-US" sz="1600" dirty="0" err="1"/>
              <a:t>consectetur</a:t>
            </a:r>
            <a:r>
              <a:rPr lang="en-US" sz="1600" dirty="0"/>
              <a:t>. </a:t>
            </a:r>
            <a:r>
              <a:rPr lang="en-US" sz="1600" dirty="0" err="1"/>
              <a:t>Sed</a:t>
            </a:r>
            <a:r>
              <a:rPr lang="en-US" sz="1600" dirty="0"/>
              <a:t> </a:t>
            </a:r>
            <a:r>
              <a:rPr lang="en-US" sz="1600" dirty="0" err="1"/>
              <a:t>posuere</a:t>
            </a:r>
            <a:r>
              <a:rPr lang="en-US" sz="1600" dirty="0"/>
              <a:t> </a:t>
            </a:r>
            <a:r>
              <a:rPr lang="en-US" sz="1600" dirty="0" err="1"/>
              <a:t>consectetur</a:t>
            </a:r>
            <a:r>
              <a:rPr lang="en-US" sz="1600" dirty="0"/>
              <a:t> </a:t>
            </a:r>
            <a:r>
              <a:rPr lang="en-US" sz="1600" dirty="0" err="1"/>
              <a:t>est</a:t>
            </a:r>
            <a:r>
              <a:rPr lang="en-US" sz="1600" dirty="0"/>
              <a:t> at </a:t>
            </a:r>
            <a:r>
              <a:rPr lang="en-US" sz="1600" dirty="0" err="1"/>
              <a:t>lobortis</a:t>
            </a:r>
            <a:r>
              <a:rPr lang="en-US" sz="1600" dirty="0"/>
              <a:t>. </a:t>
            </a:r>
          </a:p>
        </p:txBody>
      </p:sp>
      <p:sp>
        <p:nvSpPr>
          <p:cNvPr id="15" name="Text Placeholder 14">
            <a:extLst>
              <a:ext uri="{FF2B5EF4-FFF2-40B4-BE49-F238E27FC236}">
                <a16:creationId xmlns:a16="http://schemas.microsoft.com/office/drawing/2014/main" id="{B906EFCA-C805-ED46-8440-91302F000890}"/>
              </a:ext>
            </a:extLst>
          </p:cNvPr>
          <p:cNvSpPr>
            <a:spLocks noGrp="1"/>
          </p:cNvSpPr>
          <p:nvPr>
            <p:ph type="body" sz="quarter" idx="23"/>
          </p:nvPr>
        </p:nvSpPr>
        <p:spPr>
          <a:xfrm>
            <a:off x="4300730" y="3236204"/>
            <a:ext cx="3656754" cy="393609"/>
          </a:xfrm>
        </p:spPr>
        <p:txBody>
          <a:bodyPr/>
          <a:lstStyle/>
          <a:p>
            <a:r>
              <a:rPr lang="en-US" b="1" dirty="0"/>
              <a:t>ONE OR TWO LINES</a:t>
            </a:r>
          </a:p>
        </p:txBody>
      </p:sp>
      <p:sp>
        <p:nvSpPr>
          <p:cNvPr id="16" name="Text Placeholder 15">
            <a:extLst>
              <a:ext uri="{FF2B5EF4-FFF2-40B4-BE49-F238E27FC236}">
                <a16:creationId xmlns:a16="http://schemas.microsoft.com/office/drawing/2014/main" id="{A428D6EC-FD01-B841-9127-39B03075EB92}"/>
              </a:ext>
            </a:extLst>
          </p:cNvPr>
          <p:cNvSpPr>
            <a:spLocks noGrp="1"/>
          </p:cNvSpPr>
          <p:nvPr>
            <p:ph type="body" sz="quarter" idx="24"/>
          </p:nvPr>
        </p:nvSpPr>
        <p:spPr>
          <a:xfrm>
            <a:off x="8172763" y="3236204"/>
            <a:ext cx="3656754" cy="393609"/>
          </a:xfrm>
        </p:spPr>
        <p:txBody>
          <a:bodyPr/>
          <a:lstStyle/>
          <a:p>
            <a:r>
              <a:rPr lang="en-US" b="1" dirty="0"/>
              <a:t>ONE OR TWO LINES</a:t>
            </a:r>
          </a:p>
        </p:txBody>
      </p:sp>
      <p:sp>
        <p:nvSpPr>
          <p:cNvPr id="14" name="Title 13">
            <a:extLst>
              <a:ext uri="{FF2B5EF4-FFF2-40B4-BE49-F238E27FC236}">
                <a16:creationId xmlns:a16="http://schemas.microsoft.com/office/drawing/2014/main" id="{0B152014-EC65-6742-8A6D-7C84860C8A15}"/>
              </a:ext>
            </a:extLst>
          </p:cNvPr>
          <p:cNvSpPr>
            <a:spLocks noGrp="1"/>
          </p:cNvSpPr>
          <p:nvPr>
            <p:ph type="title"/>
          </p:nvPr>
        </p:nvSpPr>
        <p:spPr/>
        <p:txBody>
          <a:bodyPr/>
          <a:lstStyle/>
          <a:p>
            <a:r>
              <a:rPr lang="en-US" dirty="0"/>
              <a:t>INSERT MAIN TITLE </a:t>
            </a:r>
            <a:br>
              <a:rPr lang="en-US" dirty="0"/>
            </a:br>
            <a:r>
              <a:rPr lang="en-US" dirty="0"/>
              <a:t>AT 36PT MIN 30PT</a:t>
            </a:r>
          </a:p>
        </p:txBody>
      </p:sp>
      <p:grpSp>
        <p:nvGrpSpPr>
          <p:cNvPr id="22" name="Group 79">
            <a:extLst>
              <a:ext uri="{FF2B5EF4-FFF2-40B4-BE49-F238E27FC236}">
                <a16:creationId xmlns:a16="http://schemas.microsoft.com/office/drawing/2014/main" id="{ADF2AA93-2011-D441-8915-1109B6511B66}"/>
              </a:ext>
            </a:extLst>
          </p:cNvPr>
          <p:cNvGrpSpPr>
            <a:grpSpLocks noChangeAspect="1"/>
          </p:cNvGrpSpPr>
          <p:nvPr/>
        </p:nvGrpSpPr>
        <p:grpSpPr bwMode="auto">
          <a:xfrm>
            <a:off x="4300731" y="2206879"/>
            <a:ext cx="1252438" cy="887876"/>
            <a:chOff x="3437" y="1784"/>
            <a:chExt cx="426" cy="302"/>
          </a:xfrm>
          <a:solidFill>
            <a:schemeClr val="accent1"/>
          </a:solidFill>
        </p:grpSpPr>
        <p:sp>
          <p:nvSpPr>
            <p:cNvPr id="23" name="Freeform 80">
              <a:extLst>
                <a:ext uri="{FF2B5EF4-FFF2-40B4-BE49-F238E27FC236}">
                  <a16:creationId xmlns:a16="http://schemas.microsoft.com/office/drawing/2014/main" id="{84071C73-7CAE-8640-A889-7191D514325B}"/>
                </a:ext>
              </a:extLst>
            </p:cNvPr>
            <p:cNvSpPr>
              <a:spLocks noEditPoints="1"/>
            </p:cNvSpPr>
            <p:nvPr/>
          </p:nvSpPr>
          <p:spPr bwMode="auto">
            <a:xfrm>
              <a:off x="3614" y="1962"/>
              <a:ext cx="72" cy="70"/>
            </a:xfrm>
            <a:custGeom>
              <a:avLst/>
              <a:gdLst>
                <a:gd name="T0" fmla="*/ 24 w 48"/>
                <a:gd name="T1" fmla="*/ 48 h 48"/>
                <a:gd name="T2" fmla="*/ 0 w 48"/>
                <a:gd name="T3" fmla="*/ 24 h 48"/>
                <a:gd name="T4" fmla="*/ 24 w 48"/>
                <a:gd name="T5" fmla="*/ 0 h 48"/>
                <a:gd name="T6" fmla="*/ 48 w 48"/>
                <a:gd name="T7" fmla="*/ 24 h 48"/>
                <a:gd name="T8" fmla="*/ 24 w 48"/>
                <a:gd name="T9" fmla="*/ 48 h 48"/>
                <a:gd name="T10" fmla="*/ 24 w 48"/>
                <a:gd name="T11" fmla="*/ 12 h 48"/>
                <a:gd name="T12" fmla="*/ 12 w 48"/>
                <a:gd name="T13" fmla="*/ 24 h 48"/>
                <a:gd name="T14" fmla="*/ 24 w 48"/>
                <a:gd name="T15" fmla="*/ 36 h 48"/>
                <a:gd name="T16" fmla="*/ 36 w 48"/>
                <a:gd name="T17" fmla="*/ 24 h 48"/>
                <a:gd name="T18" fmla="*/ 24 w 48"/>
                <a:gd name="T19" fmla="*/ 12 h 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8" h="48">
                  <a:moveTo>
                    <a:pt x="24" y="48"/>
                  </a:moveTo>
                  <a:cubicBezTo>
                    <a:pt x="11" y="48"/>
                    <a:pt x="0" y="37"/>
                    <a:pt x="0" y="24"/>
                  </a:cubicBezTo>
                  <a:cubicBezTo>
                    <a:pt x="0" y="11"/>
                    <a:pt x="11" y="0"/>
                    <a:pt x="24" y="0"/>
                  </a:cubicBezTo>
                  <a:cubicBezTo>
                    <a:pt x="37" y="0"/>
                    <a:pt x="48" y="11"/>
                    <a:pt x="48" y="24"/>
                  </a:cubicBezTo>
                  <a:cubicBezTo>
                    <a:pt x="48" y="37"/>
                    <a:pt x="37" y="48"/>
                    <a:pt x="24" y="48"/>
                  </a:cubicBezTo>
                  <a:close/>
                  <a:moveTo>
                    <a:pt x="24" y="12"/>
                  </a:moveTo>
                  <a:cubicBezTo>
                    <a:pt x="18" y="12"/>
                    <a:pt x="12" y="17"/>
                    <a:pt x="12" y="24"/>
                  </a:cubicBezTo>
                  <a:cubicBezTo>
                    <a:pt x="12" y="30"/>
                    <a:pt x="18" y="36"/>
                    <a:pt x="24" y="36"/>
                  </a:cubicBezTo>
                  <a:cubicBezTo>
                    <a:pt x="31" y="36"/>
                    <a:pt x="36" y="30"/>
                    <a:pt x="36" y="24"/>
                  </a:cubicBezTo>
                  <a:cubicBezTo>
                    <a:pt x="36" y="17"/>
                    <a:pt x="31" y="12"/>
                    <a:pt x="24"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19" tIns="45709" rIns="91419" bIns="45709" numCol="1" anchor="t" anchorCtr="0" compatLnSpc="1">
              <a:prstTxWarp prst="textNoShape">
                <a:avLst/>
              </a:prstTxWarp>
            </a:bodyPr>
            <a:lstStyle/>
            <a:p>
              <a:endParaRPr lang="en-AU" dirty="0">
                <a:latin typeface="Graphik Regular" panose="020B0503030202060203" pitchFamily="34" charset="77"/>
              </a:endParaRPr>
            </a:p>
          </p:txBody>
        </p:sp>
        <p:sp>
          <p:nvSpPr>
            <p:cNvPr id="24" name="Freeform 81">
              <a:extLst>
                <a:ext uri="{FF2B5EF4-FFF2-40B4-BE49-F238E27FC236}">
                  <a16:creationId xmlns:a16="http://schemas.microsoft.com/office/drawing/2014/main" id="{FAA5A89F-2550-6E43-AFB5-D65D08A191D1}"/>
                </a:ext>
              </a:extLst>
            </p:cNvPr>
            <p:cNvSpPr>
              <a:spLocks/>
            </p:cNvSpPr>
            <p:nvPr/>
          </p:nvSpPr>
          <p:spPr bwMode="auto">
            <a:xfrm>
              <a:off x="3659" y="1880"/>
              <a:ext cx="108" cy="107"/>
            </a:xfrm>
            <a:custGeom>
              <a:avLst/>
              <a:gdLst>
                <a:gd name="T0" fmla="*/ 7 w 73"/>
                <a:gd name="T1" fmla="*/ 72 h 72"/>
                <a:gd name="T2" fmla="*/ 3 w 73"/>
                <a:gd name="T3" fmla="*/ 70 h 72"/>
                <a:gd name="T4" fmla="*/ 3 w 73"/>
                <a:gd name="T5" fmla="*/ 62 h 72"/>
                <a:gd name="T6" fmla="*/ 62 w 73"/>
                <a:gd name="T7" fmla="*/ 2 h 72"/>
                <a:gd name="T8" fmla="*/ 71 w 73"/>
                <a:gd name="T9" fmla="*/ 2 h 72"/>
                <a:gd name="T10" fmla="*/ 71 w 73"/>
                <a:gd name="T11" fmla="*/ 11 h 72"/>
                <a:gd name="T12" fmla="*/ 11 w 73"/>
                <a:gd name="T13" fmla="*/ 70 h 72"/>
                <a:gd name="T14" fmla="*/ 7 w 73"/>
                <a:gd name="T15" fmla="*/ 72 h 7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3" h="72">
                  <a:moveTo>
                    <a:pt x="7" y="72"/>
                  </a:moveTo>
                  <a:cubicBezTo>
                    <a:pt x="5" y="72"/>
                    <a:pt x="4" y="72"/>
                    <a:pt x="3" y="70"/>
                  </a:cubicBezTo>
                  <a:cubicBezTo>
                    <a:pt x="0" y="68"/>
                    <a:pt x="0" y="64"/>
                    <a:pt x="3" y="62"/>
                  </a:cubicBezTo>
                  <a:cubicBezTo>
                    <a:pt x="62" y="2"/>
                    <a:pt x="62" y="2"/>
                    <a:pt x="62" y="2"/>
                  </a:cubicBezTo>
                  <a:cubicBezTo>
                    <a:pt x="64" y="0"/>
                    <a:pt x="68" y="0"/>
                    <a:pt x="71" y="2"/>
                  </a:cubicBezTo>
                  <a:cubicBezTo>
                    <a:pt x="73" y="5"/>
                    <a:pt x="73" y="9"/>
                    <a:pt x="71" y="11"/>
                  </a:cubicBezTo>
                  <a:cubicBezTo>
                    <a:pt x="11" y="70"/>
                    <a:pt x="11" y="70"/>
                    <a:pt x="11" y="70"/>
                  </a:cubicBezTo>
                  <a:cubicBezTo>
                    <a:pt x="10" y="72"/>
                    <a:pt x="9" y="72"/>
                    <a:pt x="7" y="7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19" tIns="45709" rIns="91419" bIns="45709" numCol="1" anchor="t" anchorCtr="0" compatLnSpc="1">
              <a:prstTxWarp prst="textNoShape">
                <a:avLst/>
              </a:prstTxWarp>
            </a:bodyPr>
            <a:lstStyle/>
            <a:p>
              <a:endParaRPr lang="en-AU" dirty="0">
                <a:latin typeface="Graphik Regular" panose="020B0503030202060203" pitchFamily="34" charset="77"/>
              </a:endParaRPr>
            </a:p>
          </p:txBody>
        </p:sp>
        <p:sp>
          <p:nvSpPr>
            <p:cNvPr id="25" name="Freeform 82">
              <a:extLst>
                <a:ext uri="{FF2B5EF4-FFF2-40B4-BE49-F238E27FC236}">
                  <a16:creationId xmlns:a16="http://schemas.microsoft.com/office/drawing/2014/main" id="{0A90F21D-2DEE-7D4C-AD7D-64487B1CAD42}"/>
                </a:ext>
              </a:extLst>
            </p:cNvPr>
            <p:cNvSpPr>
              <a:spLocks/>
            </p:cNvSpPr>
            <p:nvPr/>
          </p:nvSpPr>
          <p:spPr bwMode="auto">
            <a:xfrm>
              <a:off x="3472" y="1997"/>
              <a:ext cx="54" cy="18"/>
            </a:xfrm>
            <a:custGeom>
              <a:avLst/>
              <a:gdLst>
                <a:gd name="T0" fmla="*/ 30 w 36"/>
                <a:gd name="T1" fmla="*/ 12 h 12"/>
                <a:gd name="T2" fmla="*/ 6 w 36"/>
                <a:gd name="T3" fmla="*/ 12 h 12"/>
                <a:gd name="T4" fmla="*/ 0 w 36"/>
                <a:gd name="T5" fmla="*/ 6 h 12"/>
                <a:gd name="T6" fmla="*/ 6 w 36"/>
                <a:gd name="T7" fmla="*/ 0 h 12"/>
                <a:gd name="T8" fmla="*/ 30 w 36"/>
                <a:gd name="T9" fmla="*/ 0 h 12"/>
                <a:gd name="T10" fmla="*/ 36 w 36"/>
                <a:gd name="T11" fmla="*/ 6 h 12"/>
                <a:gd name="T12" fmla="*/ 30 w 36"/>
                <a:gd name="T13" fmla="*/ 12 h 12"/>
              </a:gdLst>
              <a:ahLst/>
              <a:cxnLst>
                <a:cxn ang="0">
                  <a:pos x="T0" y="T1"/>
                </a:cxn>
                <a:cxn ang="0">
                  <a:pos x="T2" y="T3"/>
                </a:cxn>
                <a:cxn ang="0">
                  <a:pos x="T4" y="T5"/>
                </a:cxn>
                <a:cxn ang="0">
                  <a:pos x="T6" y="T7"/>
                </a:cxn>
                <a:cxn ang="0">
                  <a:pos x="T8" y="T9"/>
                </a:cxn>
                <a:cxn ang="0">
                  <a:pos x="T10" y="T11"/>
                </a:cxn>
                <a:cxn ang="0">
                  <a:pos x="T12" y="T13"/>
                </a:cxn>
              </a:cxnLst>
              <a:rect l="0" t="0" r="r" b="b"/>
              <a:pathLst>
                <a:path w="36" h="12">
                  <a:moveTo>
                    <a:pt x="30" y="12"/>
                  </a:moveTo>
                  <a:cubicBezTo>
                    <a:pt x="6" y="12"/>
                    <a:pt x="6" y="12"/>
                    <a:pt x="6" y="12"/>
                  </a:cubicBezTo>
                  <a:cubicBezTo>
                    <a:pt x="3" y="12"/>
                    <a:pt x="0" y="9"/>
                    <a:pt x="0" y="6"/>
                  </a:cubicBezTo>
                  <a:cubicBezTo>
                    <a:pt x="0" y="3"/>
                    <a:pt x="3" y="0"/>
                    <a:pt x="6" y="0"/>
                  </a:cubicBezTo>
                  <a:cubicBezTo>
                    <a:pt x="30" y="0"/>
                    <a:pt x="30" y="0"/>
                    <a:pt x="30" y="0"/>
                  </a:cubicBezTo>
                  <a:cubicBezTo>
                    <a:pt x="34" y="0"/>
                    <a:pt x="36" y="3"/>
                    <a:pt x="36" y="6"/>
                  </a:cubicBezTo>
                  <a:cubicBezTo>
                    <a:pt x="36" y="9"/>
                    <a:pt x="34" y="12"/>
                    <a:pt x="30"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19" tIns="45709" rIns="91419" bIns="45709" numCol="1" anchor="t" anchorCtr="0" compatLnSpc="1">
              <a:prstTxWarp prst="textNoShape">
                <a:avLst/>
              </a:prstTxWarp>
            </a:bodyPr>
            <a:lstStyle/>
            <a:p>
              <a:endParaRPr lang="en-AU" dirty="0">
                <a:latin typeface="Graphik Regular" panose="020B0503030202060203" pitchFamily="34" charset="77"/>
              </a:endParaRPr>
            </a:p>
          </p:txBody>
        </p:sp>
        <p:sp>
          <p:nvSpPr>
            <p:cNvPr id="26" name="Freeform 83">
              <a:extLst>
                <a:ext uri="{FF2B5EF4-FFF2-40B4-BE49-F238E27FC236}">
                  <a16:creationId xmlns:a16="http://schemas.microsoft.com/office/drawing/2014/main" id="{AC61C864-3875-8F49-8FC0-E8EB3070634F}"/>
                </a:ext>
              </a:extLst>
            </p:cNvPr>
            <p:cNvSpPr>
              <a:spLocks/>
            </p:cNvSpPr>
            <p:nvPr/>
          </p:nvSpPr>
          <p:spPr bwMode="auto">
            <a:xfrm>
              <a:off x="3774" y="1997"/>
              <a:ext cx="54" cy="18"/>
            </a:xfrm>
            <a:custGeom>
              <a:avLst/>
              <a:gdLst>
                <a:gd name="T0" fmla="*/ 30 w 36"/>
                <a:gd name="T1" fmla="*/ 12 h 12"/>
                <a:gd name="T2" fmla="*/ 6 w 36"/>
                <a:gd name="T3" fmla="*/ 12 h 12"/>
                <a:gd name="T4" fmla="*/ 0 w 36"/>
                <a:gd name="T5" fmla="*/ 6 h 12"/>
                <a:gd name="T6" fmla="*/ 6 w 36"/>
                <a:gd name="T7" fmla="*/ 0 h 12"/>
                <a:gd name="T8" fmla="*/ 30 w 36"/>
                <a:gd name="T9" fmla="*/ 0 h 12"/>
                <a:gd name="T10" fmla="*/ 36 w 36"/>
                <a:gd name="T11" fmla="*/ 6 h 12"/>
                <a:gd name="T12" fmla="*/ 30 w 36"/>
                <a:gd name="T13" fmla="*/ 12 h 12"/>
              </a:gdLst>
              <a:ahLst/>
              <a:cxnLst>
                <a:cxn ang="0">
                  <a:pos x="T0" y="T1"/>
                </a:cxn>
                <a:cxn ang="0">
                  <a:pos x="T2" y="T3"/>
                </a:cxn>
                <a:cxn ang="0">
                  <a:pos x="T4" y="T5"/>
                </a:cxn>
                <a:cxn ang="0">
                  <a:pos x="T6" y="T7"/>
                </a:cxn>
                <a:cxn ang="0">
                  <a:pos x="T8" y="T9"/>
                </a:cxn>
                <a:cxn ang="0">
                  <a:pos x="T10" y="T11"/>
                </a:cxn>
                <a:cxn ang="0">
                  <a:pos x="T12" y="T13"/>
                </a:cxn>
              </a:cxnLst>
              <a:rect l="0" t="0" r="r" b="b"/>
              <a:pathLst>
                <a:path w="36" h="12">
                  <a:moveTo>
                    <a:pt x="30" y="12"/>
                  </a:moveTo>
                  <a:cubicBezTo>
                    <a:pt x="6" y="12"/>
                    <a:pt x="6" y="12"/>
                    <a:pt x="6" y="12"/>
                  </a:cubicBezTo>
                  <a:cubicBezTo>
                    <a:pt x="3" y="12"/>
                    <a:pt x="0" y="9"/>
                    <a:pt x="0" y="6"/>
                  </a:cubicBezTo>
                  <a:cubicBezTo>
                    <a:pt x="0" y="3"/>
                    <a:pt x="3" y="0"/>
                    <a:pt x="6" y="0"/>
                  </a:cubicBezTo>
                  <a:cubicBezTo>
                    <a:pt x="30" y="0"/>
                    <a:pt x="30" y="0"/>
                    <a:pt x="30" y="0"/>
                  </a:cubicBezTo>
                  <a:cubicBezTo>
                    <a:pt x="34" y="0"/>
                    <a:pt x="36" y="3"/>
                    <a:pt x="36" y="6"/>
                  </a:cubicBezTo>
                  <a:cubicBezTo>
                    <a:pt x="36" y="9"/>
                    <a:pt x="34" y="12"/>
                    <a:pt x="30"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19" tIns="45709" rIns="91419" bIns="45709" numCol="1" anchor="t" anchorCtr="0" compatLnSpc="1">
              <a:prstTxWarp prst="textNoShape">
                <a:avLst/>
              </a:prstTxWarp>
            </a:bodyPr>
            <a:lstStyle/>
            <a:p>
              <a:endParaRPr lang="en-AU" dirty="0">
                <a:latin typeface="Graphik Regular" panose="020B0503030202060203" pitchFamily="34" charset="77"/>
              </a:endParaRPr>
            </a:p>
          </p:txBody>
        </p:sp>
        <p:sp>
          <p:nvSpPr>
            <p:cNvPr id="27" name="Freeform 84">
              <a:extLst>
                <a:ext uri="{FF2B5EF4-FFF2-40B4-BE49-F238E27FC236}">
                  <a16:creationId xmlns:a16="http://schemas.microsoft.com/office/drawing/2014/main" id="{0A49C645-D286-924D-A2FD-93DEBFF97EBE}"/>
                </a:ext>
              </a:extLst>
            </p:cNvPr>
            <p:cNvSpPr>
              <a:spLocks/>
            </p:cNvSpPr>
            <p:nvPr/>
          </p:nvSpPr>
          <p:spPr bwMode="auto">
            <a:xfrm>
              <a:off x="3764" y="1922"/>
              <a:ext cx="52" cy="32"/>
            </a:xfrm>
            <a:custGeom>
              <a:avLst/>
              <a:gdLst>
                <a:gd name="T0" fmla="*/ 6 w 35"/>
                <a:gd name="T1" fmla="*/ 22 h 22"/>
                <a:gd name="T2" fmla="*/ 1 w 35"/>
                <a:gd name="T3" fmla="*/ 19 h 22"/>
                <a:gd name="T4" fmla="*/ 4 w 35"/>
                <a:gd name="T5" fmla="*/ 11 h 22"/>
                <a:gd name="T6" fmla="*/ 26 w 35"/>
                <a:gd name="T7" fmla="*/ 2 h 22"/>
                <a:gd name="T8" fmla="*/ 34 w 35"/>
                <a:gd name="T9" fmla="*/ 5 h 22"/>
                <a:gd name="T10" fmla="*/ 31 w 35"/>
                <a:gd name="T11" fmla="*/ 13 h 22"/>
                <a:gd name="T12" fmla="*/ 9 w 35"/>
                <a:gd name="T13" fmla="*/ 22 h 22"/>
                <a:gd name="T14" fmla="*/ 6 w 35"/>
                <a:gd name="T15" fmla="*/ 22 h 2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5" h="22">
                  <a:moveTo>
                    <a:pt x="6" y="22"/>
                  </a:moveTo>
                  <a:cubicBezTo>
                    <a:pt x="4" y="22"/>
                    <a:pt x="2" y="21"/>
                    <a:pt x="1" y="19"/>
                  </a:cubicBezTo>
                  <a:cubicBezTo>
                    <a:pt x="0" y="16"/>
                    <a:pt x="1" y="12"/>
                    <a:pt x="4" y="11"/>
                  </a:cubicBezTo>
                  <a:cubicBezTo>
                    <a:pt x="26" y="2"/>
                    <a:pt x="26" y="2"/>
                    <a:pt x="26" y="2"/>
                  </a:cubicBezTo>
                  <a:cubicBezTo>
                    <a:pt x="29" y="0"/>
                    <a:pt x="33" y="2"/>
                    <a:pt x="34" y="5"/>
                  </a:cubicBezTo>
                  <a:cubicBezTo>
                    <a:pt x="35" y="8"/>
                    <a:pt x="34" y="11"/>
                    <a:pt x="31" y="13"/>
                  </a:cubicBezTo>
                  <a:cubicBezTo>
                    <a:pt x="9" y="22"/>
                    <a:pt x="9" y="22"/>
                    <a:pt x="9" y="22"/>
                  </a:cubicBezTo>
                  <a:cubicBezTo>
                    <a:pt x="8" y="22"/>
                    <a:pt x="7" y="22"/>
                    <a:pt x="6" y="2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19" tIns="45709" rIns="91419" bIns="45709" numCol="1" anchor="t" anchorCtr="0" compatLnSpc="1">
              <a:prstTxWarp prst="textNoShape">
                <a:avLst/>
              </a:prstTxWarp>
            </a:bodyPr>
            <a:lstStyle/>
            <a:p>
              <a:endParaRPr lang="en-AU" dirty="0">
                <a:latin typeface="Graphik Regular" panose="020B0503030202060203" pitchFamily="34" charset="77"/>
              </a:endParaRPr>
            </a:p>
          </p:txBody>
        </p:sp>
        <p:sp>
          <p:nvSpPr>
            <p:cNvPr id="28" name="Freeform 85">
              <a:extLst>
                <a:ext uri="{FF2B5EF4-FFF2-40B4-BE49-F238E27FC236}">
                  <a16:creationId xmlns:a16="http://schemas.microsoft.com/office/drawing/2014/main" id="{A34FD9B5-B52C-A84C-B2CC-002ABB171BDB}"/>
                </a:ext>
              </a:extLst>
            </p:cNvPr>
            <p:cNvSpPr>
              <a:spLocks/>
            </p:cNvSpPr>
            <p:nvPr/>
          </p:nvSpPr>
          <p:spPr bwMode="auto">
            <a:xfrm>
              <a:off x="3691" y="1832"/>
              <a:ext cx="34" cy="51"/>
            </a:xfrm>
            <a:custGeom>
              <a:avLst/>
              <a:gdLst>
                <a:gd name="T0" fmla="*/ 7 w 23"/>
                <a:gd name="T1" fmla="*/ 35 h 35"/>
                <a:gd name="T2" fmla="*/ 4 w 23"/>
                <a:gd name="T3" fmla="*/ 34 h 35"/>
                <a:gd name="T4" fmla="*/ 1 w 23"/>
                <a:gd name="T5" fmla="*/ 26 h 35"/>
                <a:gd name="T6" fmla="*/ 10 w 23"/>
                <a:gd name="T7" fmla="*/ 4 h 35"/>
                <a:gd name="T8" fmla="*/ 18 w 23"/>
                <a:gd name="T9" fmla="*/ 1 h 35"/>
                <a:gd name="T10" fmla="*/ 21 w 23"/>
                <a:gd name="T11" fmla="*/ 9 h 35"/>
                <a:gd name="T12" fmla="*/ 12 w 23"/>
                <a:gd name="T13" fmla="*/ 31 h 35"/>
                <a:gd name="T14" fmla="*/ 7 w 23"/>
                <a:gd name="T15" fmla="*/ 35 h 3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3" h="35">
                  <a:moveTo>
                    <a:pt x="7" y="35"/>
                  </a:moveTo>
                  <a:cubicBezTo>
                    <a:pt x="6" y="35"/>
                    <a:pt x="5" y="35"/>
                    <a:pt x="4" y="34"/>
                  </a:cubicBezTo>
                  <a:cubicBezTo>
                    <a:pt x="1" y="33"/>
                    <a:pt x="0" y="29"/>
                    <a:pt x="1" y="26"/>
                  </a:cubicBezTo>
                  <a:cubicBezTo>
                    <a:pt x="10" y="4"/>
                    <a:pt x="10" y="4"/>
                    <a:pt x="10" y="4"/>
                  </a:cubicBezTo>
                  <a:cubicBezTo>
                    <a:pt x="12" y="1"/>
                    <a:pt x="15" y="0"/>
                    <a:pt x="18" y="1"/>
                  </a:cubicBezTo>
                  <a:cubicBezTo>
                    <a:pt x="21" y="2"/>
                    <a:pt x="23" y="6"/>
                    <a:pt x="21" y="9"/>
                  </a:cubicBezTo>
                  <a:cubicBezTo>
                    <a:pt x="12" y="31"/>
                    <a:pt x="12" y="31"/>
                    <a:pt x="12" y="31"/>
                  </a:cubicBezTo>
                  <a:cubicBezTo>
                    <a:pt x="11" y="33"/>
                    <a:pt x="9" y="35"/>
                    <a:pt x="7" y="3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19" tIns="45709" rIns="91419" bIns="45709" numCol="1" anchor="t" anchorCtr="0" compatLnSpc="1">
              <a:prstTxWarp prst="textNoShape">
                <a:avLst/>
              </a:prstTxWarp>
            </a:bodyPr>
            <a:lstStyle/>
            <a:p>
              <a:endParaRPr lang="en-AU" dirty="0">
                <a:latin typeface="Graphik Regular" panose="020B0503030202060203" pitchFamily="34" charset="77"/>
              </a:endParaRPr>
            </a:p>
          </p:txBody>
        </p:sp>
        <p:sp>
          <p:nvSpPr>
            <p:cNvPr id="29" name="Freeform 86">
              <a:extLst>
                <a:ext uri="{FF2B5EF4-FFF2-40B4-BE49-F238E27FC236}">
                  <a16:creationId xmlns:a16="http://schemas.microsoft.com/office/drawing/2014/main" id="{4F311684-0F09-6141-A28D-A532DBE4AE10}"/>
                </a:ext>
              </a:extLst>
            </p:cNvPr>
            <p:cNvSpPr>
              <a:spLocks/>
            </p:cNvSpPr>
            <p:nvPr/>
          </p:nvSpPr>
          <p:spPr bwMode="auto">
            <a:xfrm>
              <a:off x="3641" y="1820"/>
              <a:ext cx="18" cy="53"/>
            </a:xfrm>
            <a:custGeom>
              <a:avLst/>
              <a:gdLst>
                <a:gd name="T0" fmla="*/ 6 w 12"/>
                <a:gd name="T1" fmla="*/ 36 h 36"/>
                <a:gd name="T2" fmla="*/ 0 w 12"/>
                <a:gd name="T3" fmla="*/ 30 h 36"/>
                <a:gd name="T4" fmla="*/ 0 w 12"/>
                <a:gd name="T5" fmla="*/ 6 h 36"/>
                <a:gd name="T6" fmla="*/ 6 w 12"/>
                <a:gd name="T7" fmla="*/ 0 h 36"/>
                <a:gd name="T8" fmla="*/ 12 w 12"/>
                <a:gd name="T9" fmla="*/ 6 h 36"/>
                <a:gd name="T10" fmla="*/ 12 w 12"/>
                <a:gd name="T11" fmla="*/ 30 h 36"/>
                <a:gd name="T12" fmla="*/ 6 w 12"/>
                <a:gd name="T13" fmla="*/ 36 h 36"/>
              </a:gdLst>
              <a:ahLst/>
              <a:cxnLst>
                <a:cxn ang="0">
                  <a:pos x="T0" y="T1"/>
                </a:cxn>
                <a:cxn ang="0">
                  <a:pos x="T2" y="T3"/>
                </a:cxn>
                <a:cxn ang="0">
                  <a:pos x="T4" y="T5"/>
                </a:cxn>
                <a:cxn ang="0">
                  <a:pos x="T6" y="T7"/>
                </a:cxn>
                <a:cxn ang="0">
                  <a:pos x="T8" y="T9"/>
                </a:cxn>
                <a:cxn ang="0">
                  <a:pos x="T10" y="T11"/>
                </a:cxn>
                <a:cxn ang="0">
                  <a:pos x="T12" y="T13"/>
                </a:cxn>
              </a:cxnLst>
              <a:rect l="0" t="0" r="r" b="b"/>
              <a:pathLst>
                <a:path w="12" h="36">
                  <a:moveTo>
                    <a:pt x="6" y="36"/>
                  </a:moveTo>
                  <a:cubicBezTo>
                    <a:pt x="3" y="36"/>
                    <a:pt x="0" y="33"/>
                    <a:pt x="0" y="30"/>
                  </a:cubicBezTo>
                  <a:cubicBezTo>
                    <a:pt x="0" y="6"/>
                    <a:pt x="0" y="6"/>
                    <a:pt x="0" y="6"/>
                  </a:cubicBezTo>
                  <a:cubicBezTo>
                    <a:pt x="0" y="3"/>
                    <a:pt x="3" y="0"/>
                    <a:pt x="6" y="0"/>
                  </a:cubicBezTo>
                  <a:cubicBezTo>
                    <a:pt x="10" y="0"/>
                    <a:pt x="12" y="3"/>
                    <a:pt x="12" y="6"/>
                  </a:cubicBezTo>
                  <a:cubicBezTo>
                    <a:pt x="12" y="30"/>
                    <a:pt x="12" y="30"/>
                    <a:pt x="12" y="30"/>
                  </a:cubicBezTo>
                  <a:cubicBezTo>
                    <a:pt x="12" y="33"/>
                    <a:pt x="10" y="36"/>
                    <a:pt x="6" y="3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19" tIns="45709" rIns="91419" bIns="45709" numCol="1" anchor="t" anchorCtr="0" compatLnSpc="1">
              <a:prstTxWarp prst="textNoShape">
                <a:avLst/>
              </a:prstTxWarp>
            </a:bodyPr>
            <a:lstStyle/>
            <a:p>
              <a:endParaRPr lang="en-AU" dirty="0">
                <a:latin typeface="Graphik Regular" panose="020B0503030202060203" pitchFamily="34" charset="77"/>
              </a:endParaRPr>
            </a:p>
          </p:txBody>
        </p:sp>
        <p:sp>
          <p:nvSpPr>
            <p:cNvPr id="30" name="Freeform 87">
              <a:extLst>
                <a:ext uri="{FF2B5EF4-FFF2-40B4-BE49-F238E27FC236}">
                  <a16:creationId xmlns:a16="http://schemas.microsoft.com/office/drawing/2014/main" id="{07FF3F60-1FBE-9246-BC29-1BDBDDF9AA5B}"/>
                </a:ext>
              </a:extLst>
            </p:cNvPr>
            <p:cNvSpPr>
              <a:spLocks/>
            </p:cNvSpPr>
            <p:nvPr/>
          </p:nvSpPr>
          <p:spPr bwMode="auto">
            <a:xfrm>
              <a:off x="3576" y="1832"/>
              <a:ext cx="34" cy="51"/>
            </a:xfrm>
            <a:custGeom>
              <a:avLst/>
              <a:gdLst>
                <a:gd name="T0" fmla="*/ 16 w 23"/>
                <a:gd name="T1" fmla="*/ 35 h 35"/>
                <a:gd name="T2" fmla="*/ 10 w 23"/>
                <a:gd name="T3" fmla="*/ 31 h 35"/>
                <a:gd name="T4" fmla="*/ 1 w 23"/>
                <a:gd name="T5" fmla="*/ 9 h 35"/>
                <a:gd name="T6" fmla="*/ 4 w 23"/>
                <a:gd name="T7" fmla="*/ 1 h 35"/>
                <a:gd name="T8" fmla="*/ 12 w 23"/>
                <a:gd name="T9" fmla="*/ 4 h 35"/>
                <a:gd name="T10" fmla="*/ 21 w 23"/>
                <a:gd name="T11" fmla="*/ 26 h 35"/>
                <a:gd name="T12" fmla="*/ 18 w 23"/>
                <a:gd name="T13" fmla="*/ 34 h 35"/>
                <a:gd name="T14" fmla="*/ 16 w 23"/>
                <a:gd name="T15" fmla="*/ 35 h 3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3" h="35">
                  <a:moveTo>
                    <a:pt x="16" y="35"/>
                  </a:moveTo>
                  <a:cubicBezTo>
                    <a:pt x="13" y="35"/>
                    <a:pt x="11" y="33"/>
                    <a:pt x="10" y="31"/>
                  </a:cubicBezTo>
                  <a:cubicBezTo>
                    <a:pt x="1" y="9"/>
                    <a:pt x="1" y="9"/>
                    <a:pt x="1" y="9"/>
                  </a:cubicBezTo>
                  <a:cubicBezTo>
                    <a:pt x="0" y="6"/>
                    <a:pt x="1" y="2"/>
                    <a:pt x="4" y="1"/>
                  </a:cubicBezTo>
                  <a:cubicBezTo>
                    <a:pt x="7" y="0"/>
                    <a:pt x="11" y="1"/>
                    <a:pt x="12" y="4"/>
                  </a:cubicBezTo>
                  <a:cubicBezTo>
                    <a:pt x="21" y="26"/>
                    <a:pt x="21" y="26"/>
                    <a:pt x="21" y="26"/>
                  </a:cubicBezTo>
                  <a:cubicBezTo>
                    <a:pt x="23" y="29"/>
                    <a:pt x="21" y="33"/>
                    <a:pt x="18" y="34"/>
                  </a:cubicBezTo>
                  <a:cubicBezTo>
                    <a:pt x="17" y="35"/>
                    <a:pt x="17" y="35"/>
                    <a:pt x="16" y="3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19" tIns="45709" rIns="91419" bIns="45709" numCol="1" anchor="t" anchorCtr="0" compatLnSpc="1">
              <a:prstTxWarp prst="textNoShape">
                <a:avLst/>
              </a:prstTxWarp>
            </a:bodyPr>
            <a:lstStyle/>
            <a:p>
              <a:endParaRPr lang="en-AU" dirty="0">
                <a:latin typeface="Graphik Regular" panose="020B0503030202060203" pitchFamily="34" charset="77"/>
              </a:endParaRPr>
            </a:p>
          </p:txBody>
        </p:sp>
        <p:sp>
          <p:nvSpPr>
            <p:cNvPr id="31" name="Freeform 88">
              <a:extLst>
                <a:ext uri="{FF2B5EF4-FFF2-40B4-BE49-F238E27FC236}">
                  <a16:creationId xmlns:a16="http://schemas.microsoft.com/office/drawing/2014/main" id="{755B2EF2-095D-9148-A988-CCE2565B5D91}"/>
                </a:ext>
              </a:extLst>
            </p:cNvPr>
            <p:cNvSpPr>
              <a:spLocks/>
            </p:cNvSpPr>
            <p:nvPr/>
          </p:nvSpPr>
          <p:spPr bwMode="auto">
            <a:xfrm>
              <a:off x="3521" y="1869"/>
              <a:ext cx="45" cy="42"/>
            </a:xfrm>
            <a:custGeom>
              <a:avLst/>
              <a:gdLst>
                <a:gd name="T0" fmla="*/ 24 w 30"/>
                <a:gd name="T1" fmla="*/ 29 h 29"/>
                <a:gd name="T2" fmla="*/ 19 w 30"/>
                <a:gd name="T3" fmla="*/ 27 h 29"/>
                <a:gd name="T4" fmla="*/ 2 w 30"/>
                <a:gd name="T5" fmla="*/ 10 h 29"/>
                <a:gd name="T6" fmla="*/ 2 w 30"/>
                <a:gd name="T7" fmla="*/ 2 h 29"/>
                <a:gd name="T8" fmla="*/ 11 w 30"/>
                <a:gd name="T9" fmla="*/ 2 h 29"/>
                <a:gd name="T10" fmla="*/ 28 w 30"/>
                <a:gd name="T11" fmla="*/ 19 h 29"/>
                <a:gd name="T12" fmla="*/ 28 w 30"/>
                <a:gd name="T13" fmla="*/ 27 h 29"/>
                <a:gd name="T14" fmla="*/ 24 w 30"/>
                <a:gd name="T15" fmla="*/ 29 h 2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29">
                  <a:moveTo>
                    <a:pt x="24" y="29"/>
                  </a:moveTo>
                  <a:cubicBezTo>
                    <a:pt x="22" y="29"/>
                    <a:pt x="21" y="29"/>
                    <a:pt x="19" y="27"/>
                  </a:cubicBezTo>
                  <a:cubicBezTo>
                    <a:pt x="2" y="10"/>
                    <a:pt x="2" y="10"/>
                    <a:pt x="2" y="10"/>
                  </a:cubicBezTo>
                  <a:cubicBezTo>
                    <a:pt x="0" y="8"/>
                    <a:pt x="0" y="4"/>
                    <a:pt x="2" y="2"/>
                  </a:cubicBezTo>
                  <a:cubicBezTo>
                    <a:pt x="5" y="0"/>
                    <a:pt x="9" y="0"/>
                    <a:pt x="11" y="2"/>
                  </a:cubicBezTo>
                  <a:cubicBezTo>
                    <a:pt x="28" y="19"/>
                    <a:pt x="28" y="19"/>
                    <a:pt x="28" y="19"/>
                  </a:cubicBezTo>
                  <a:cubicBezTo>
                    <a:pt x="30" y="21"/>
                    <a:pt x="30" y="25"/>
                    <a:pt x="28" y="27"/>
                  </a:cubicBezTo>
                  <a:cubicBezTo>
                    <a:pt x="27" y="29"/>
                    <a:pt x="25" y="29"/>
                    <a:pt x="24" y="2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19" tIns="45709" rIns="91419" bIns="45709" numCol="1" anchor="t" anchorCtr="0" compatLnSpc="1">
              <a:prstTxWarp prst="textNoShape">
                <a:avLst/>
              </a:prstTxWarp>
            </a:bodyPr>
            <a:lstStyle/>
            <a:p>
              <a:endParaRPr lang="en-AU" dirty="0">
                <a:latin typeface="Graphik Regular" panose="020B0503030202060203" pitchFamily="34" charset="77"/>
              </a:endParaRPr>
            </a:p>
          </p:txBody>
        </p:sp>
        <p:sp>
          <p:nvSpPr>
            <p:cNvPr id="32" name="Freeform 89">
              <a:extLst>
                <a:ext uri="{FF2B5EF4-FFF2-40B4-BE49-F238E27FC236}">
                  <a16:creationId xmlns:a16="http://schemas.microsoft.com/office/drawing/2014/main" id="{0098F683-CCD0-4045-A6F7-49D6FB0BC538}"/>
                </a:ext>
              </a:extLst>
            </p:cNvPr>
            <p:cNvSpPr>
              <a:spLocks/>
            </p:cNvSpPr>
            <p:nvPr/>
          </p:nvSpPr>
          <p:spPr bwMode="auto">
            <a:xfrm>
              <a:off x="3484" y="1922"/>
              <a:ext cx="54" cy="32"/>
            </a:xfrm>
            <a:custGeom>
              <a:avLst/>
              <a:gdLst>
                <a:gd name="T0" fmla="*/ 29 w 36"/>
                <a:gd name="T1" fmla="*/ 22 h 22"/>
                <a:gd name="T2" fmla="*/ 27 w 36"/>
                <a:gd name="T3" fmla="*/ 22 h 22"/>
                <a:gd name="T4" fmla="*/ 5 w 36"/>
                <a:gd name="T5" fmla="*/ 13 h 22"/>
                <a:gd name="T6" fmla="*/ 1 w 36"/>
                <a:gd name="T7" fmla="*/ 5 h 22"/>
                <a:gd name="T8" fmla="*/ 9 w 36"/>
                <a:gd name="T9" fmla="*/ 2 h 22"/>
                <a:gd name="T10" fmla="*/ 31 w 36"/>
                <a:gd name="T11" fmla="*/ 11 h 22"/>
                <a:gd name="T12" fmla="*/ 35 w 36"/>
                <a:gd name="T13" fmla="*/ 19 h 22"/>
                <a:gd name="T14" fmla="*/ 29 w 36"/>
                <a:gd name="T15" fmla="*/ 22 h 2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6" h="22">
                  <a:moveTo>
                    <a:pt x="29" y="22"/>
                  </a:moveTo>
                  <a:cubicBezTo>
                    <a:pt x="28" y="22"/>
                    <a:pt x="28" y="22"/>
                    <a:pt x="27" y="22"/>
                  </a:cubicBezTo>
                  <a:cubicBezTo>
                    <a:pt x="5" y="13"/>
                    <a:pt x="5" y="13"/>
                    <a:pt x="5" y="13"/>
                  </a:cubicBezTo>
                  <a:cubicBezTo>
                    <a:pt x="2" y="11"/>
                    <a:pt x="0" y="8"/>
                    <a:pt x="1" y="5"/>
                  </a:cubicBezTo>
                  <a:cubicBezTo>
                    <a:pt x="3" y="2"/>
                    <a:pt x="6" y="0"/>
                    <a:pt x="9" y="2"/>
                  </a:cubicBezTo>
                  <a:cubicBezTo>
                    <a:pt x="31" y="11"/>
                    <a:pt x="31" y="11"/>
                    <a:pt x="31" y="11"/>
                  </a:cubicBezTo>
                  <a:cubicBezTo>
                    <a:pt x="34" y="12"/>
                    <a:pt x="36" y="16"/>
                    <a:pt x="35" y="19"/>
                  </a:cubicBezTo>
                  <a:cubicBezTo>
                    <a:pt x="34" y="21"/>
                    <a:pt x="31" y="22"/>
                    <a:pt x="29" y="2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19" tIns="45709" rIns="91419" bIns="45709" numCol="1" anchor="t" anchorCtr="0" compatLnSpc="1">
              <a:prstTxWarp prst="textNoShape">
                <a:avLst/>
              </a:prstTxWarp>
            </a:bodyPr>
            <a:lstStyle/>
            <a:p>
              <a:endParaRPr lang="en-AU" dirty="0">
                <a:latin typeface="Graphik Regular" panose="020B0503030202060203" pitchFamily="34" charset="77"/>
              </a:endParaRPr>
            </a:p>
          </p:txBody>
        </p:sp>
        <p:sp>
          <p:nvSpPr>
            <p:cNvPr id="33" name="Freeform 90">
              <a:extLst>
                <a:ext uri="{FF2B5EF4-FFF2-40B4-BE49-F238E27FC236}">
                  <a16:creationId xmlns:a16="http://schemas.microsoft.com/office/drawing/2014/main" id="{D9C463F7-76D9-E543-BCD6-44D43A5CE66A}"/>
                </a:ext>
              </a:extLst>
            </p:cNvPr>
            <p:cNvSpPr>
              <a:spLocks noEditPoints="1"/>
            </p:cNvSpPr>
            <p:nvPr/>
          </p:nvSpPr>
          <p:spPr bwMode="auto">
            <a:xfrm>
              <a:off x="3437" y="1784"/>
              <a:ext cx="426" cy="302"/>
            </a:xfrm>
            <a:custGeom>
              <a:avLst/>
              <a:gdLst>
                <a:gd name="T0" fmla="*/ 282 w 288"/>
                <a:gd name="T1" fmla="*/ 204 h 204"/>
                <a:gd name="T2" fmla="*/ 6 w 288"/>
                <a:gd name="T3" fmla="*/ 204 h 204"/>
                <a:gd name="T4" fmla="*/ 0 w 288"/>
                <a:gd name="T5" fmla="*/ 198 h 204"/>
                <a:gd name="T6" fmla="*/ 0 w 288"/>
                <a:gd name="T7" fmla="*/ 144 h 204"/>
                <a:gd name="T8" fmla="*/ 144 w 288"/>
                <a:gd name="T9" fmla="*/ 0 h 204"/>
                <a:gd name="T10" fmla="*/ 288 w 288"/>
                <a:gd name="T11" fmla="*/ 144 h 204"/>
                <a:gd name="T12" fmla="*/ 288 w 288"/>
                <a:gd name="T13" fmla="*/ 198 h 204"/>
                <a:gd name="T14" fmla="*/ 282 w 288"/>
                <a:gd name="T15" fmla="*/ 204 h 204"/>
                <a:gd name="T16" fmla="*/ 12 w 288"/>
                <a:gd name="T17" fmla="*/ 192 h 204"/>
                <a:gd name="T18" fmla="*/ 276 w 288"/>
                <a:gd name="T19" fmla="*/ 192 h 204"/>
                <a:gd name="T20" fmla="*/ 276 w 288"/>
                <a:gd name="T21" fmla="*/ 144 h 204"/>
                <a:gd name="T22" fmla="*/ 144 w 288"/>
                <a:gd name="T23" fmla="*/ 12 h 204"/>
                <a:gd name="T24" fmla="*/ 12 w 288"/>
                <a:gd name="T25" fmla="*/ 144 h 204"/>
                <a:gd name="T26" fmla="*/ 12 w 288"/>
                <a:gd name="T27" fmla="*/ 192 h 2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88" h="204">
                  <a:moveTo>
                    <a:pt x="282" y="204"/>
                  </a:moveTo>
                  <a:cubicBezTo>
                    <a:pt x="6" y="204"/>
                    <a:pt x="6" y="204"/>
                    <a:pt x="6" y="204"/>
                  </a:cubicBezTo>
                  <a:cubicBezTo>
                    <a:pt x="3" y="204"/>
                    <a:pt x="0" y="201"/>
                    <a:pt x="0" y="198"/>
                  </a:cubicBezTo>
                  <a:cubicBezTo>
                    <a:pt x="0" y="144"/>
                    <a:pt x="0" y="144"/>
                    <a:pt x="0" y="144"/>
                  </a:cubicBezTo>
                  <a:cubicBezTo>
                    <a:pt x="0" y="64"/>
                    <a:pt x="65" y="0"/>
                    <a:pt x="144" y="0"/>
                  </a:cubicBezTo>
                  <a:cubicBezTo>
                    <a:pt x="224" y="0"/>
                    <a:pt x="288" y="64"/>
                    <a:pt x="288" y="144"/>
                  </a:cubicBezTo>
                  <a:cubicBezTo>
                    <a:pt x="288" y="198"/>
                    <a:pt x="288" y="198"/>
                    <a:pt x="288" y="198"/>
                  </a:cubicBezTo>
                  <a:cubicBezTo>
                    <a:pt x="288" y="201"/>
                    <a:pt x="286" y="204"/>
                    <a:pt x="282" y="204"/>
                  </a:cubicBezTo>
                  <a:close/>
                  <a:moveTo>
                    <a:pt x="12" y="192"/>
                  </a:moveTo>
                  <a:cubicBezTo>
                    <a:pt x="276" y="192"/>
                    <a:pt x="276" y="192"/>
                    <a:pt x="276" y="192"/>
                  </a:cubicBezTo>
                  <a:cubicBezTo>
                    <a:pt x="276" y="144"/>
                    <a:pt x="276" y="144"/>
                    <a:pt x="276" y="144"/>
                  </a:cubicBezTo>
                  <a:cubicBezTo>
                    <a:pt x="276" y="71"/>
                    <a:pt x="217" y="12"/>
                    <a:pt x="144" y="12"/>
                  </a:cubicBezTo>
                  <a:cubicBezTo>
                    <a:pt x="71" y="12"/>
                    <a:pt x="12" y="71"/>
                    <a:pt x="12" y="144"/>
                  </a:cubicBezTo>
                  <a:lnTo>
                    <a:pt x="12" y="192"/>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19" tIns="45709" rIns="91419" bIns="45709" numCol="1" anchor="t" anchorCtr="0" compatLnSpc="1">
              <a:prstTxWarp prst="textNoShape">
                <a:avLst/>
              </a:prstTxWarp>
            </a:bodyPr>
            <a:lstStyle/>
            <a:p>
              <a:endParaRPr lang="en-AU" dirty="0">
                <a:latin typeface="Graphik Regular" panose="020B0503030202060203" pitchFamily="34" charset="77"/>
              </a:endParaRPr>
            </a:p>
          </p:txBody>
        </p:sp>
      </p:grpSp>
      <p:grpSp>
        <p:nvGrpSpPr>
          <p:cNvPr id="34" name="Group 28">
            <a:extLst>
              <a:ext uri="{FF2B5EF4-FFF2-40B4-BE49-F238E27FC236}">
                <a16:creationId xmlns:a16="http://schemas.microsoft.com/office/drawing/2014/main" id="{9B611986-A9A9-D04A-AA1D-599F45BF2E57}"/>
              </a:ext>
            </a:extLst>
          </p:cNvPr>
          <p:cNvGrpSpPr>
            <a:grpSpLocks noChangeAspect="1"/>
          </p:cNvGrpSpPr>
          <p:nvPr/>
        </p:nvGrpSpPr>
        <p:grpSpPr bwMode="auto">
          <a:xfrm>
            <a:off x="8172763" y="2206879"/>
            <a:ext cx="886763" cy="886763"/>
            <a:chOff x="2402" y="439"/>
            <a:chExt cx="426" cy="426"/>
          </a:xfrm>
          <a:solidFill>
            <a:schemeClr val="accent1"/>
          </a:solidFill>
        </p:grpSpPr>
        <p:sp>
          <p:nvSpPr>
            <p:cNvPr id="35" name="Freeform 29">
              <a:extLst>
                <a:ext uri="{FF2B5EF4-FFF2-40B4-BE49-F238E27FC236}">
                  <a16:creationId xmlns:a16="http://schemas.microsoft.com/office/drawing/2014/main" id="{FA9FEF9C-E9A3-704A-A1CA-CE8DA808B4AC}"/>
                </a:ext>
              </a:extLst>
            </p:cNvPr>
            <p:cNvSpPr>
              <a:spLocks noEditPoints="1"/>
            </p:cNvSpPr>
            <p:nvPr/>
          </p:nvSpPr>
          <p:spPr bwMode="auto">
            <a:xfrm>
              <a:off x="2402" y="439"/>
              <a:ext cx="426" cy="426"/>
            </a:xfrm>
            <a:custGeom>
              <a:avLst/>
              <a:gdLst>
                <a:gd name="T0" fmla="*/ 126 w 288"/>
                <a:gd name="T1" fmla="*/ 288 h 288"/>
                <a:gd name="T2" fmla="*/ 120 w 288"/>
                <a:gd name="T3" fmla="*/ 247 h 288"/>
                <a:gd name="T4" fmla="*/ 67 w 288"/>
                <a:gd name="T5" fmla="*/ 262 h 288"/>
                <a:gd name="T6" fmla="*/ 25 w 288"/>
                <a:gd name="T7" fmla="*/ 229 h 288"/>
                <a:gd name="T8" fmla="*/ 25 w 288"/>
                <a:gd name="T9" fmla="*/ 220 h 288"/>
                <a:gd name="T10" fmla="*/ 40 w 288"/>
                <a:gd name="T11" fmla="*/ 168 h 288"/>
                <a:gd name="T12" fmla="*/ 0 w 288"/>
                <a:gd name="T13" fmla="*/ 162 h 288"/>
                <a:gd name="T14" fmla="*/ 6 w 288"/>
                <a:gd name="T15" fmla="*/ 120 h 288"/>
                <a:gd name="T16" fmla="*/ 49 w 288"/>
                <a:gd name="T17" fmla="*/ 92 h 288"/>
                <a:gd name="T18" fmla="*/ 23 w 288"/>
                <a:gd name="T19" fmla="*/ 63 h 288"/>
                <a:gd name="T20" fmla="*/ 59 w 288"/>
                <a:gd name="T21" fmla="*/ 25 h 288"/>
                <a:gd name="T22" fmla="*/ 92 w 288"/>
                <a:gd name="T23" fmla="*/ 49 h 288"/>
                <a:gd name="T24" fmla="*/ 120 w 288"/>
                <a:gd name="T25" fmla="*/ 6 h 288"/>
                <a:gd name="T26" fmla="*/ 162 w 288"/>
                <a:gd name="T27" fmla="*/ 0 h 288"/>
                <a:gd name="T28" fmla="*/ 168 w 288"/>
                <a:gd name="T29" fmla="*/ 40 h 288"/>
                <a:gd name="T30" fmla="*/ 220 w 288"/>
                <a:gd name="T31" fmla="*/ 25 h 288"/>
                <a:gd name="T32" fmla="*/ 262 w 288"/>
                <a:gd name="T33" fmla="*/ 59 h 288"/>
                <a:gd name="T34" fmla="*/ 262 w 288"/>
                <a:gd name="T35" fmla="*/ 67 h 288"/>
                <a:gd name="T36" fmla="*/ 247 w 288"/>
                <a:gd name="T37" fmla="*/ 120 h 288"/>
                <a:gd name="T38" fmla="*/ 288 w 288"/>
                <a:gd name="T39" fmla="*/ 126 h 288"/>
                <a:gd name="T40" fmla="*/ 282 w 288"/>
                <a:gd name="T41" fmla="*/ 168 h 288"/>
                <a:gd name="T42" fmla="*/ 238 w 288"/>
                <a:gd name="T43" fmla="*/ 196 h 288"/>
                <a:gd name="T44" fmla="*/ 262 w 288"/>
                <a:gd name="T45" fmla="*/ 229 h 288"/>
                <a:gd name="T46" fmla="*/ 220 w 288"/>
                <a:gd name="T47" fmla="*/ 262 h 288"/>
                <a:gd name="T48" fmla="*/ 168 w 288"/>
                <a:gd name="T49" fmla="*/ 247 h 288"/>
                <a:gd name="T50" fmla="*/ 162 w 288"/>
                <a:gd name="T51" fmla="*/ 288 h 288"/>
                <a:gd name="T52" fmla="*/ 156 w 288"/>
                <a:gd name="T53" fmla="*/ 276 h 288"/>
                <a:gd name="T54" fmla="*/ 160 w 288"/>
                <a:gd name="T55" fmla="*/ 237 h 288"/>
                <a:gd name="T56" fmla="*/ 201 w 288"/>
                <a:gd name="T57" fmla="*/ 226 h 288"/>
                <a:gd name="T58" fmla="*/ 250 w 288"/>
                <a:gd name="T59" fmla="*/ 224 h 288"/>
                <a:gd name="T60" fmla="*/ 226 w 288"/>
                <a:gd name="T61" fmla="*/ 194 h 288"/>
                <a:gd name="T62" fmla="*/ 243 w 288"/>
                <a:gd name="T63" fmla="*/ 156 h 288"/>
                <a:gd name="T64" fmla="*/ 276 w 288"/>
                <a:gd name="T65" fmla="*/ 132 h 288"/>
                <a:gd name="T66" fmla="*/ 237 w 288"/>
                <a:gd name="T67" fmla="*/ 127 h 288"/>
                <a:gd name="T68" fmla="*/ 226 w 288"/>
                <a:gd name="T69" fmla="*/ 86 h 288"/>
                <a:gd name="T70" fmla="*/ 224 w 288"/>
                <a:gd name="T71" fmla="*/ 38 h 288"/>
                <a:gd name="T72" fmla="*/ 194 w 288"/>
                <a:gd name="T73" fmla="*/ 62 h 288"/>
                <a:gd name="T74" fmla="*/ 156 w 288"/>
                <a:gd name="T75" fmla="*/ 45 h 288"/>
                <a:gd name="T76" fmla="*/ 132 w 288"/>
                <a:gd name="T77" fmla="*/ 12 h 288"/>
                <a:gd name="T78" fmla="*/ 127 w 288"/>
                <a:gd name="T79" fmla="*/ 50 h 288"/>
                <a:gd name="T80" fmla="*/ 86 w 288"/>
                <a:gd name="T81" fmla="*/ 61 h 288"/>
                <a:gd name="T82" fmla="*/ 38 w 288"/>
                <a:gd name="T83" fmla="*/ 63 h 288"/>
                <a:gd name="T84" fmla="*/ 62 w 288"/>
                <a:gd name="T85" fmla="*/ 94 h 288"/>
                <a:gd name="T86" fmla="*/ 45 w 288"/>
                <a:gd name="T87" fmla="*/ 132 h 288"/>
                <a:gd name="T88" fmla="*/ 12 w 288"/>
                <a:gd name="T89" fmla="*/ 156 h 288"/>
                <a:gd name="T90" fmla="*/ 50 w 288"/>
                <a:gd name="T91" fmla="*/ 160 h 288"/>
                <a:gd name="T92" fmla="*/ 61 w 288"/>
                <a:gd name="T93" fmla="*/ 201 h 288"/>
                <a:gd name="T94" fmla="*/ 63 w 288"/>
                <a:gd name="T95" fmla="*/ 250 h 288"/>
                <a:gd name="T96" fmla="*/ 94 w 288"/>
                <a:gd name="T97" fmla="*/ 226 h 288"/>
                <a:gd name="T98" fmla="*/ 132 w 288"/>
                <a:gd name="T99" fmla="*/ 243 h 2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288" h="288">
                  <a:moveTo>
                    <a:pt x="162" y="288"/>
                  </a:moveTo>
                  <a:cubicBezTo>
                    <a:pt x="126" y="288"/>
                    <a:pt x="126" y="288"/>
                    <a:pt x="126" y="288"/>
                  </a:cubicBezTo>
                  <a:cubicBezTo>
                    <a:pt x="122" y="288"/>
                    <a:pt x="120" y="285"/>
                    <a:pt x="120" y="282"/>
                  </a:cubicBezTo>
                  <a:cubicBezTo>
                    <a:pt x="120" y="247"/>
                    <a:pt x="120" y="247"/>
                    <a:pt x="120" y="247"/>
                  </a:cubicBezTo>
                  <a:cubicBezTo>
                    <a:pt x="110" y="245"/>
                    <a:pt x="100" y="242"/>
                    <a:pt x="92" y="238"/>
                  </a:cubicBezTo>
                  <a:cubicBezTo>
                    <a:pt x="67" y="262"/>
                    <a:pt x="67" y="262"/>
                    <a:pt x="67" y="262"/>
                  </a:cubicBezTo>
                  <a:cubicBezTo>
                    <a:pt x="65" y="265"/>
                    <a:pt x="61" y="265"/>
                    <a:pt x="59" y="262"/>
                  </a:cubicBezTo>
                  <a:cubicBezTo>
                    <a:pt x="25" y="229"/>
                    <a:pt x="25" y="229"/>
                    <a:pt x="25" y="229"/>
                  </a:cubicBezTo>
                  <a:cubicBezTo>
                    <a:pt x="24" y="227"/>
                    <a:pt x="23" y="226"/>
                    <a:pt x="23" y="224"/>
                  </a:cubicBezTo>
                  <a:cubicBezTo>
                    <a:pt x="23" y="223"/>
                    <a:pt x="24" y="221"/>
                    <a:pt x="25" y="220"/>
                  </a:cubicBezTo>
                  <a:cubicBezTo>
                    <a:pt x="49" y="196"/>
                    <a:pt x="49" y="196"/>
                    <a:pt x="49" y="196"/>
                  </a:cubicBezTo>
                  <a:cubicBezTo>
                    <a:pt x="45" y="188"/>
                    <a:pt x="42" y="177"/>
                    <a:pt x="40" y="168"/>
                  </a:cubicBezTo>
                  <a:cubicBezTo>
                    <a:pt x="6" y="168"/>
                    <a:pt x="6" y="168"/>
                    <a:pt x="6" y="168"/>
                  </a:cubicBezTo>
                  <a:cubicBezTo>
                    <a:pt x="2" y="168"/>
                    <a:pt x="0" y="165"/>
                    <a:pt x="0" y="162"/>
                  </a:cubicBezTo>
                  <a:cubicBezTo>
                    <a:pt x="0" y="126"/>
                    <a:pt x="0" y="126"/>
                    <a:pt x="0" y="126"/>
                  </a:cubicBezTo>
                  <a:cubicBezTo>
                    <a:pt x="0" y="122"/>
                    <a:pt x="2" y="120"/>
                    <a:pt x="6" y="120"/>
                  </a:cubicBezTo>
                  <a:cubicBezTo>
                    <a:pt x="40" y="120"/>
                    <a:pt x="40" y="120"/>
                    <a:pt x="40" y="120"/>
                  </a:cubicBezTo>
                  <a:cubicBezTo>
                    <a:pt x="42" y="110"/>
                    <a:pt x="45" y="100"/>
                    <a:pt x="49" y="92"/>
                  </a:cubicBezTo>
                  <a:cubicBezTo>
                    <a:pt x="25" y="67"/>
                    <a:pt x="25" y="67"/>
                    <a:pt x="25" y="67"/>
                  </a:cubicBezTo>
                  <a:cubicBezTo>
                    <a:pt x="24" y="66"/>
                    <a:pt x="23" y="65"/>
                    <a:pt x="23" y="63"/>
                  </a:cubicBezTo>
                  <a:cubicBezTo>
                    <a:pt x="23" y="61"/>
                    <a:pt x="24" y="60"/>
                    <a:pt x="25" y="59"/>
                  </a:cubicBezTo>
                  <a:cubicBezTo>
                    <a:pt x="59" y="25"/>
                    <a:pt x="59" y="25"/>
                    <a:pt x="59" y="25"/>
                  </a:cubicBezTo>
                  <a:cubicBezTo>
                    <a:pt x="61" y="23"/>
                    <a:pt x="65" y="23"/>
                    <a:pt x="67" y="25"/>
                  </a:cubicBezTo>
                  <a:cubicBezTo>
                    <a:pt x="92" y="49"/>
                    <a:pt x="92" y="49"/>
                    <a:pt x="92" y="49"/>
                  </a:cubicBezTo>
                  <a:cubicBezTo>
                    <a:pt x="100" y="45"/>
                    <a:pt x="110" y="42"/>
                    <a:pt x="120" y="40"/>
                  </a:cubicBezTo>
                  <a:cubicBezTo>
                    <a:pt x="120" y="6"/>
                    <a:pt x="120" y="6"/>
                    <a:pt x="120" y="6"/>
                  </a:cubicBezTo>
                  <a:cubicBezTo>
                    <a:pt x="120" y="2"/>
                    <a:pt x="122" y="0"/>
                    <a:pt x="126" y="0"/>
                  </a:cubicBezTo>
                  <a:cubicBezTo>
                    <a:pt x="162" y="0"/>
                    <a:pt x="162" y="0"/>
                    <a:pt x="162" y="0"/>
                  </a:cubicBezTo>
                  <a:cubicBezTo>
                    <a:pt x="165" y="0"/>
                    <a:pt x="168" y="2"/>
                    <a:pt x="168" y="6"/>
                  </a:cubicBezTo>
                  <a:cubicBezTo>
                    <a:pt x="168" y="40"/>
                    <a:pt x="168" y="40"/>
                    <a:pt x="168" y="40"/>
                  </a:cubicBezTo>
                  <a:cubicBezTo>
                    <a:pt x="177" y="42"/>
                    <a:pt x="188" y="45"/>
                    <a:pt x="196" y="49"/>
                  </a:cubicBezTo>
                  <a:cubicBezTo>
                    <a:pt x="220" y="25"/>
                    <a:pt x="220" y="25"/>
                    <a:pt x="220" y="25"/>
                  </a:cubicBezTo>
                  <a:cubicBezTo>
                    <a:pt x="222" y="23"/>
                    <a:pt x="226" y="23"/>
                    <a:pt x="228" y="25"/>
                  </a:cubicBezTo>
                  <a:cubicBezTo>
                    <a:pt x="262" y="59"/>
                    <a:pt x="262" y="59"/>
                    <a:pt x="262" y="59"/>
                  </a:cubicBezTo>
                  <a:cubicBezTo>
                    <a:pt x="264" y="60"/>
                    <a:pt x="264" y="61"/>
                    <a:pt x="264" y="63"/>
                  </a:cubicBezTo>
                  <a:cubicBezTo>
                    <a:pt x="264" y="65"/>
                    <a:pt x="264" y="66"/>
                    <a:pt x="262" y="67"/>
                  </a:cubicBezTo>
                  <a:cubicBezTo>
                    <a:pt x="238" y="92"/>
                    <a:pt x="238" y="92"/>
                    <a:pt x="238" y="92"/>
                  </a:cubicBezTo>
                  <a:cubicBezTo>
                    <a:pt x="242" y="100"/>
                    <a:pt x="245" y="110"/>
                    <a:pt x="247" y="120"/>
                  </a:cubicBezTo>
                  <a:cubicBezTo>
                    <a:pt x="282" y="120"/>
                    <a:pt x="282" y="120"/>
                    <a:pt x="282" y="120"/>
                  </a:cubicBezTo>
                  <a:cubicBezTo>
                    <a:pt x="285" y="120"/>
                    <a:pt x="288" y="122"/>
                    <a:pt x="288" y="126"/>
                  </a:cubicBezTo>
                  <a:cubicBezTo>
                    <a:pt x="288" y="162"/>
                    <a:pt x="288" y="162"/>
                    <a:pt x="288" y="162"/>
                  </a:cubicBezTo>
                  <a:cubicBezTo>
                    <a:pt x="288" y="165"/>
                    <a:pt x="285" y="168"/>
                    <a:pt x="282" y="168"/>
                  </a:cubicBezTo>
                  <a:cubicBezTo>
                    <a:pt x="247" y="168"/>
                    <a:pt x="247" y="168"/>
                    <a:pt x="247" y="168"/>
                  </a:cubicBezTo>
                  <a:cubicBezTo>
                    <a:pt x="245" y="177"/>
                    <a:pt x="242" y="188"/>
                    <a:pt x="238" y="196"/>
                  </a:cubicBezTo>
                  <a:cubicBezTo>
                    <a:pt x="262" y="220"/>
                    <a:pt x="262" y="220"/>
                    <a:pt x="262" y="220"/>
                  </a:cubicBezTo>
                  <a:cubicBezTo>
                    <a:pt x="265" y="222"/>
                    <a:pt x="265" y="226"/>
                    <a:pt x="262" y="229"/>
                  </a:cubicBezTo>
                  <a:cubicBezTo>
                    <a:pt x="228" y="262"/>
                    <a:pt x="228" y="262"/>
                    <a:pt x="228" y="262"/>
                  </a:cubicBezTo>
                  <a:cubicBezTo>
                    <a:pt x="226" y="265"/>
                    <a:pt x="222" y="265"/>
                    <a:pt x="220" y="262"/>
                  </a:cubicBezTo>
                  <a:cubicBezTo>
                    <a:pt x="196" y="238"/>
                    <a:pt x="196" y="238"/>
                    <a:pt x="196" y="238"/>
                  </a:cubicBezTo>
                  <a:cubicBezTo>
                    <a:pt x="188" y="242"/>
                    <a:pt x="177" y="245"/>
                    <a:pt x="168" y="247"/>
                  </a:cubicBezTo>
                  <a:cubicBezTo>
                    <a:pt x="168" y="282"/>
                    <a:pt x="168" y="282"/>
                    <a:pt x="168" y="282"/>
                  </a:cubicBezTo>
                  <a:cubicBezTo>
                    <a:pt x="168" y="285"/>
                    <a:pt x="165" y="288"/>
                    <a:pt x="162" y="288"/>
                  </a:cubicBezTo>
                  <a:close/>
                  <a:moveTo>
                    <a:pt x="132" y="276"/>
                  </a:moveTo>
                  <a:cubicBezTo>
                    <a:pt x="156" y="276"/>
                    <a:pt x="156" y="276"/>
                    <a:pt x="156" y="276"/>
                  </a:cubicBezTo>
                  <a:cubicBezTo>
                    <a:pt x="156" y="243"/>
                    <a:pt x="156" y="243"/>
                    <a:pt x="156" y="243"/>
                  </a:cubicBezTo>
                  <a:cubicBezTo>
                    <a:pt x="156" y="240"/>
                    <a:pt x="158" y="238"/>
                    <a:pt x="160" y="237"/>
                  </a:cubicBezTo>
                  <a:cubicBezTo>
                    <a:pt x="167" y="235"/>
                    <a:pt x="185" y="231"/>
                    <a:pt x="194" y="226"/>
                  </a:cubicBezTo>
                  <a:cubicBezTo>
                    <a:pt x="196" y="224"/>
                    <a:pt x="199" y="224"/>
                    <a:pt x="201" y="226"/>
                  </a:cubicBezTo>
                  <a:cubicBezTo>
                    <a:pt x="224" y="250"/>
                    <a:pt x="224" y="250"/>
                    <a:pt x="224" y="250"/>
                  </a:cubicBezTo>
                  <a:cubicBezTo>
                    <a:pt x="250" y="224"/>
                    <a:pt x="250" y="224"/>
                    <a:pt x="250" y="224"/>
                  </a:cubicBezTo>
                  <a:cubicBezTo>
                    <a:pt x="226" y="201"/>
                    <a:pt x="226" y="201"/>
                    <a:pt x="226" y="201"/>
                  </a:cubicBezTo>
                  <a:cubicBezTo>
                    <a:pt x="224" y="199"/>
                    <a:pt x="224" y="196"/>
                    <a:pt x="226" y="194"/>
                  </a:cubicBezTo>
                  <a:cubicBezTo>
                    <a:pt x="231" y="185"/>
                    <a:pt x="235" y="167"/>
                    <a:pt x="237" y="160"/>
                  </a:cubicBezTo>
                  <a:cubicBezTo>
                    <a:pt x="238" y="158"/>
                    <a:pt x="240" y="156"/>
                    <a:pt x="243" y="156"/>
                  </a:cubicBezTo>
                  <a:cubicBezTo>
                    <a:pt x="276" y="156"/>
                    <a:pt x="276" y="156"/>
                    <a:pt x="276" y="156"/>
                  </a:cubicBezTo>
                  <a:cubicBezTo>
                    <a:pt x="276" y="132"/>
                    <a:pt x="276" y="132"/>
                    <a:pt x="276" y="132"/>
                  </a:cubicBezTo>
                  <a:cubicBezTo>
                    <a:pt x="243" y="132"/>
                    <a:pt x="243" y="132"/>
                    <a:pt x="243" y="132"/>
                  </a:cubicBezTo>
                  <a:cubicBezTo>
                    <a:pt x="240" y="132"/>
                    <a:pt x="237" y="130"/>
                    <a:pt x="237" y="127"/>
                  </a:cubicBezTo>
                  <a:cubicBezTo>
                    <a:pt x="235" y="120"/>
                    <a:pt x="231" y="103"/>
                    <a:pt x="226" y="94"/>
                  </a:cubicBezTo>
                  <a:cubicBezTo>
                    <a:pt x="224" y="91"/>
                    <a:pt x="224" y="88"/>
                    <a:pt x="226" y="86"/>
                  </a:cubicBezTo>
                  <a:cubicBezTo>
                    <a:pt x="250" y="63"/>
                    <a:pt x="250" y="63"/>
                    <a:pt x="250" y="63"/>
                  </a:cubicBezTo>
                  <a:cubicBezTo>
                    <a:pt x="224" y="38"/>
                    <a:pt x="224" y="38"/>
                    <a:pt x="224" y="38"/>
                  </a:cubicBezTo>
                  <a:cubicBezTo>
                    <a:pt x="201" y="61"/>
                    <a:pt x="201" y="61"/>
                    <a:pt x="201" y="61"/>
                  </a:cubicBezTo>
                  <a:cubicBezTo>
                    <a:pt x="199" y="63"/>
                    <a:pt x="196" y="63"/>
                    <a:pt x="194" y="62"/>
                  </a:cubicBezTo>
                  <a:cubicBezTo>
                    <a:pt x="185" y="56"/>
                    <a:pt x="167" y="52"/>
                    <a:pt x="160" y="50"/>
                  </a:cubicBezTo>
                  <a:cubicBezTo>
                    <a:pt x="158" y="50"/>
                    <a:pt x="156" y="47"/>
                    <a:pt x="156" y="45"/>
                  </a:cubicBezTo>
                  <a:cubicBezTo>
                    <a:pt x="156" y="12"/>
                    <a:pt x="156" y="12"/>
                    <a:pt x="156" y="12"/>
                  </a:cubicBezTo>
                  <a:cubicBezTo>
                    <a:pt x="132" y="12"/>
                    <a:pt x="132" y="12"/>
                    <a:pt x="132" y="12"/>
                  </a:cubicBezTo>
                  <a:cubicBezTo>
                    <a:pt x="132" y="45"/>
                    <a:pt x="132" y="45"/>
                    <a:pt x="132" y="45"/>
                  </a:cubicBezTo>
                  <a:cubicBezTo>
                    <a:pt x="132" y="47"/>
                    <a:pt x="130" y="50"/>
                    <a:pt x="127" y="50"/>
                  </a:cubicBezTo>
                  <a:cubicBezTo>
                    <a:pt x="120" y="52"/>
                    <a:pt x="103" y="56"/>
                    <a:pt x="94" y="62"/>
                  </a:cubicBezTo>
                  <a:cubicBezTo>
                    <a:pt x="91" y="63"/>
                    <a:pt x="88" y="63"/>
                    <a:pt x="86" y="61"/>
                  </a:cubicBezTo>
                  <a:cubicBezTo>
                    <a:pt x="63" y="38"/>
                    <a:pt x="63" y="38"/>
                    <a:pt x="63" y="38"/>
                  </a:cubicBezTo>
                  <a:cubicBezTo>
                    <a:pt x="38" y="63"/>
                    <a:pt x="38" y="63"/>
                    <a:pt x="38" y="63"/>
                  </a:cubicBezTo>
                  <a:cubicBezTo>
                    <a:pt x="61" y="86"/>
                    <a:pt x="61" y="86"/>
                    <a:pt x="61" y="86"/>
                  </a:cubicBezTo>
                  <a:cubicBezTo>
                    <a:pt x="63" y="88"/>
                    <a:pt x="63" y="91"/>
                    <a:pt x="62" y="94"/>
                  </a:cubicBezTo>
                  <a:cubicBezTo>
                    <a:pt x="56" y="103"/>
                    <a:pt x="52" y="120"/>
                    <a:pt x="50" y="127"/>
                  </a:cubicBezTo>
                  <a:cubicBezTo>
                    <a:pt x="50" y="130"/>
                    <a:pt x="47" y="132"/>
                    <a:pt x="45" y="132"/>
                  </a:cubicBezTo>
                  <a:cubicBezTo>
                    <a:pt x="12" y="132"/>
                    <a:pt x="12" y="132"/>
                    <a:pt x="12" y="132"/>
                  </a:cubicBezTo>
                  <a:cubicBezTo>
                    <a:pt x="12" y="156"/>
                    <a:pt x="12" y="156"/>
                    <a:pt x="12" y="156"/>
                  </a:cubicBezTo>
                  <a:cubicBezTo>
                    <a:pt x="45" y="156"/>
                    <a:pt x="45" y="156"/>
                    <a:pt x="45" y="156"/>
                  </a:cubicBezTo>
                  <a:cubicBezTo>
                    <a:pt x="47" y="156"/>
                    <a:pt x="50" y="158"/>
                    <a:pt x="50" y="160"/>
                  </a:cubicBezTo>
                  <a:cubicBezTo>
                    <a:pt x="52" y="167"/>
                    <a:pt x="56" y="185"/>
                    <a:pt x="62" y="194"/>
                  </a:cubicBezTo>
                  <a:cubicBezTo>
                    <a:pt x="63" y="196"/>
                    <a:pt x="63" y="199"/>
                    <a:pt x="61" y="201"/>
                  </a:cubicBezTo>
                  <a:cubicBezTo>
                    <a:pt x="38" y="224"/>
                    <a:pt x="38" y="224"/>
                    <a:pt x="38" y="224"/>
                  </a:cubicBezTo>
                  <a:cubicBezTo>
                    <a:pt x="63" y="250"/>
                    <a:pt x="63" y="250"/>
                    <a:pt x="63" y="250"/>
                  </a:cubicBezTo>
                  <a:cubicBezTo>
                    <a:pt x="86" y="226"/>
                    <a:pt x="86" y="226"/>
                    <a:pt x="86" y="226"/>
                  </a:cubicBezTo>
                  <a:cubicBezTo>
                    <a:pt x="88" y="224"/>
                    <a:pt x="91" y="224"/>
                    <a:pt x="94" y="226"/>
                  </a:cubicBezTo>
                  <a:cubicBezTo>
                    <a:pt x="103" y="231"/>
                    <a:pt x="120" y="235"/>
                    <a:pt x="127" y="237"/>
                  </a:cubicBezTo>
                  <a:cubicBezTo>
                    <a:pt x="130" y="238"/>
                    <a:pt x="132" y="240"/>
                    <a:pt x="132" y="243"/>
                  </a:cubicBezTo>
                  <a:lnTo>
                    <a:pt x="132" y="27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19" tIns="45709" rIns="91419" bIns="45709" numCol="1" anchor="t" anchorCtr="0" compatLnSpc="1">
              <a:prstTxWarp prst="textNoShape">
                <a:avLst/>
              </a:prstTxWarp>
            </a:bodyPr>
            <a:lstStyle/>
            <a:p>
              <a:endParaRPr lang="en-AU" dirty="0">
                <a:latin typeface="Graphik Regular" panose="020B0503030202060203" pitchFamily="34" charset="77"/>
              </a:endParaRPr>
            </a:p>
          </p:txBody>
        </p:sp>
        <p:sp>
          <p:nvSpPr>
            <p:cNvPr id="36" name="Freeform 30">
              <a:extLst>
                <a:ext uri="{FF2B5EF4-FFF2-40B4-BE49-F238E27FC236}">
                  <a16:creationId xmlns:a16="http://schemas.microsoft.com/office/drawing/2014/main" id="{802786EA-EB55-D247-AB62-8F7E75440F0C}"/>
                </a:ext>
              </a:extLst>
            </p:cNvPr>
            <p:cNvSpPr>
              <a:spLocks noEditPoints="1"/>
            </p:cNvSpPr>
            <p:nvPr/>
          </p:nvSpPr>
          <p:spPr bwMode="auto">
            <a:xfrm>
              <a:off x="2526" y="563"/>
              <a:ext cx="178" cy="178"/>
            </a:xfrm>
            <a:custGeom>
              <a:avLst/>
              <a:gdLst>
                <a:gd name="T0" fmla="*/ 60 w 120"/>
                <a:gd name="T1" fmla="*/ 120 h 120"/>
                <a:gd name="T2" fmla="*/ 0 w 120"/>
                <a:gd name="T3" fmla="*/ 60 h 120"/>
                <a:gd name="T4" fmla="*/ 60 w 120"/>
                <a:gd name="T5" fmla="*/ 0 h 120"/>
                <a:gd name="T6" fmla="*/ 120 w 120"/>
                <a:gd name="T7" fmla="*/ 60 h 120"/>
                <a:gd name="T8" fmla="*/ 60 w 120"/>
                <a:gd name="T9" fmla="*/ 120 h 120"/>
                <a:gd name="T10" fmla="*/ 60 w 120"/>
                <a:gd name="T11" fmla="*/ 12 h 120"/>
                <a:gd name="T12" fmla="*/ 12 w 120"/>
                <a:gd name="T13" fmla="*/ 60 h 120"/>
                <a:gd name="T14" fmla="*/ 60 w 120"/>
                <a:gd name="T15" fmla="*/ 108 h 120"/>
                <a:gd name="T16" fmla="*/ 108 w 120"/>
                <a:gd name="T17" fmla="*/ 60 h 120"/>
                <a:gd name="T18" fmla="*/ 60 w 120"/>
                <a:gd name="T19" fmla="*/ 12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20" h="120">
                  <a:moveTo>
                    <a:pt x="60" y="120"/>
                  </a:moveTo>
                  <a:cubicBezTo>
                    <a:pt x="27" y="120"/>
                    <a:pt x="0" y="93"/>
                    <a:pt x="0" y="60"/>
                  </a:cubicBezTo>
                  <a:cubicBezTo>
                    <a:pt x="0" y="27"/>
                    <a:pt x="27" y="0"/>
                    <a:pt x="60" y="0"/>
                  </a:cubicBezTo>
                  <a:cubicBezTo>
                    <a:pt x="93" y="0"/>
                    <a:pt x="120" y="27"/>
                    <a:pt x="120" y="60"/>
                  </a:cubicBezTo>
                  <a:cubicBezTo>
                    <a:pt x="120" y="93"/>
                    <a:pt x="93" y="120"/>
                    <a:pt x="60" y="120"/>
                  </a:cubicBezTo>
                  <a:close/>
                  <a:moveTo>
                    <a:pt x="60" y="12"/>
                  </a:moveTo>
                  <a:cubicBezTo>
                    <a:pt x="33" y="12"/>
                    <a:pt x="12" y="33"/>
                    <a:pt x="12" y="60"/>
                  </a:cubicBezTo>
                  <a:cubicBezTo>
                    <a:pt x="12" y="86"/>
                    <a:pt x="33" y="108"/>
                    <a:pt x="60" y="108"/>
                  </a:cubicBezTo>
                  <a:cubicBezTo>
                    <a:pt x="86" y="108"/>
                    <a:pt x="108" y="86"/>
                    <a:pt x="108" y="60"/>
                  </a:cubicBezTo>
                  <a:cubicBezTo>
                    <a:pt x="108" y="33"/>
                    <a:pt x="86" y="12"/>
                    <a:pt x="60"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19" tIns="45709" rIns="91419" bIns="45709" numCol="1" anchor="t" anchorCtr="0" compatLnSpc="1">
              <a:prstTxWarp prst="textNoShape">
                <a:avLst/>
              </a:prstTxWarp>
            </a:bodyPr>
            <a:lstStyle/>
            <a:p>
              <a:endParaRPr lang="en-AU" dirty="0">
                <a:latin typeface="Graphik Regular" panose="020B0503030202060203" pitchFamily="34" charset="77"/>
              </a:endParaRPr>
            </a:p>
          </p:txBody>
        </p:sp>
      </p:grpSp>
      <p:grpSp>
        <p:nvGrpSpPr>
          <p:cNvPr id="37" name="Group 4">
            <a:extLst>
              <a:ext uri="{FF2B5EF4-FFF2-40B4-BE49-F238E27FC236}">
                <a16:creationId xmlns:a16="http://schemas.microsoft.com/office/drawing/2014/main" id="{59ADC9E9-3C3A-8F43-A35E-743884F2BF8A}"/>
              </a:ext>
            </a:extLst>
          </p:cNvPr>
          <p:cNvGrpSpPr>
            <a:grpSpLocks noChangeAspect="1"/>
          </p:cNvGrpSpPr>
          <p:nvPr/>
        </p:nvGrpSpPr>
        <p:grpSpPr bwMode="auto">
          <a:xfrm>
            <a:off x="428698" y="2204252"/>
            <a:ext cx="1029264" cy="889390"/>
            <a:chOff x="367" y="482"/>
            <a:chExt cx="390" cy="337"/>
          </a:xfrm>
          <a:solidFill>
            <a:schemeClr val="accent1"/>
          </a:solidFill>
        </p:grpSpPr>
        <p:sp>
          <p:nvSpPr>
            <p:cNvPr id="38" name="Freeform 5">
              <a:extLst>
                <a:ext uri="{FF2B5EF4-FFF2-40B4-BE49-F238E27FC236}">
                  <a16:creationId xmlns:a16="http://schemas.microsoft.com/office/drawing/2014/main" id="{62881030-E258-0B4B-9BA9-B76CD6AF799C}"/>
                </a:ext>
              </a:extLst>
            </p:cNvPr>
            <p:cNvSpPr>
              <a:spLocks/>
            </p:cNvSpPr>
            <p:nvPr/>
          </p:nvSpPr>
          <p:spPr bwMode="auto">
            <a:xfrm>
              <a:off x="367" y="642"/>
              <a:ext cx="177" cy="17"/>
            </a:xfrm>
            <a:custGeom>
              <a:avLst/>
              <a:gdLst>
                <a:gd name="T0" fmla="*/ 114 w 120"/>
                <a:gd name="T1" fmla="*/ 12 h 12"/>
                <a:gd name="T2" fmla="*/ 6 w 120"/>
                <a:gd name="T3" fmla="*/ 12 h 12"/>
                <a:gd name="T4" fmla="*/ 0 w 120"/>
                <a:gd name="T5" fmla="*/ 6 h 12"/>
                <a:gd name="T6" fmla="*/ 6 w 120"/>
                <a:gd name="T7" fmla="*/ 0 h 12"/>
                <a:gd name="T8" fmla="*/ 114 w 120"/>
                <a:gd name="T9" fmla="*/ 0 h 12"/>
                <a:gd name="T10" fmla="*/ 120 w 120"/>
                <a:gd name="T11" fmla="*/ 6 h 12"/>
                <a:gd name="T12" fmla="*/ 114 w 120"/>
                <a:gd name="T13" fmla="*/ 12 h 12"/>
              </a:gdLst>
              <a:ahLst/>
              <a:cxnLst>
                <a:cxn ang="0">
                  <a:pos x="T0" y="T1"/>
                </a:cxn>
                <a:cxn ang="0">
                  <a:pos x="T2" y="T3"/>
                </a:cxn>
                <a:cxn ang="0">
                  <a:pos x="T4" y="T5"/>
                </a:cxn>
                <a:cxn ang="0">
                  <a:pos x="T6" y="T7"/>
                </a:cxn>
                <a:cxn ang="0">
                  <a:pos x="T8" y="T9"/>
                </a:cxn>
                <a:cxn ang="0">
                  <a:pos x="T10" y="T11"/>
                </a:cxn>
                <a:cxn ang="0">
                  <a:pos x="T12" y="T13"/>
                </a:cxn>
              </a:cxnLst>
              <a:rect l="0" t="0" r="r" b="b"/>
              <a:pathLst>
                <a:path w="120" h="12">
                  <a:moveTo>
                    <a:pt x="114" y="12"/>
                  </a:moveTo>
                  <a:cubicBezTo>
                    <a:pt x="6" y="12"/>
                    <a:pt x="6" y="12"/>
                    <a:pt x="6" y="12"/>
                  </a:cubicBezTo>
                  <a:cubicBezTo>
                    <a:pt x="3" y="12"/>
                    <a:pt x="0" y="9"/>
                    <a:pt x="0" y="6"/>
                  </a:cubicBezTo>
                  <a:cubicBezTo>
                    <a:pt x="0" y="3"/>
                    <a:pt x="3" y="0"/>
                    <a:pt x="6" y="0"/>
                  </a:cubicBezTo>
                  <a:cubicBezTo>
                    <a:pt x="114" y="0"/>
                    <a:pt x="114" y="0"/>
                    <a:pt x="114" y="0"/>
                  </a:cubicBezTo>
                  <a:cubicBezTo>
                    <a:pt x="118" y="0"/>
                    <a:pt x="120" y="3"/>
                    <a:pt x="120" y="6"/>
                  </a:cubicBezTo>
                  <a:cubicBezTo>
                    <a:pt x="120" y="9"/>
                    <a:pt x="118" y="12"/>
                    <a:pt x="114"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19" tIns="45709" rIns="91419" bIns="45709" numCol="1" anchor="t" anchorCtr="0" compatLnSpc="1">
              <a:prstTxWarp prst="textNoShape">
                <a:avLst/>
              </a:prstTxWarp>
            </a:bodyPr>
            <a:lstStyle/>
            <a:p>
              <a:endParaRPr lang="en-AU" dirty="0">
                <a:latin typeface="Graphik Regular" panose="020B0503030202060203" pitchFamily="34" charset="77"/>
              </a:endParaRPr>
            </a:p>
          </p:txBody>
        </p:sp>
        <p:sp>
          <p:nvSpPr>
            <p:cNvPr id="39" name="Freeform 6">
              <a:extLst>
                <a:ext uri="{FF2B5EF4-FFF2-40B4-BE49-F238E27FC236}">
                  <a16:creationId xmlns:a16="http://schemas.microsoft.com/office/drawing/2014/main" id="{EC7913B7-4779-0A46-A290-9C66EDF5F518}"/>
                </a:ext>
              </a:extLst>
            </p:cNvPr>
            <p:cNvSpPr>
              <a:spLocks/>
            </p:cNvSpPr>
            <p:nvPr/>
          </p:nvSpPr>
          <p:spPr bwMode="auto">
            <a:xfrm>
              <a:off x="580" y="642"/>
              <a:ext cx="177" cy="17"/>
            </a:xfrm>
            <a:custGeom>
              <a:avLst/>
              <a:gdLst>
                <a:gd name="T0" fmla="*/ 114 w 120"/>
                <a:gd name="T1" fmla="*/ 12 h 12"/>
                <a:gd name="T2" fmla="*/ 6 w 120"/>
                <a:gd name="T3" fmla="*/ 12 h 12"/>
                <a:gd name="T4" fmla="*/ 0 w 120"/>
                <a:gd name="T5" fmla="*/ 6 h 12"/>
                <a:gd name="T6" fmla="*/ 6 w 120"/>
                <a:gd name="T7" fmla="*/ 0 h 12"/>
                <a:gd name="T8" fmla="*/ 114 w 120"/>
                <a:gd name="T9" fmla="*/ 0 h 12"/>
                <a:gd name="T10" fmla="*/ 120 w 120"/>
                <a:gd name="T11" fmla="*/ 6 h 12"/>
                <a:gd name="T12" fmla="*/ 114 w 120"/>
                <a:gd name="T13" fmla="*/ 12 h 12"/>
              </a:gdLst>
              <a:ahLst/>
              <a:cxnLst>
                <a:cxn ang="0">
                  <a:pos x="T0" y="T1"/>
                </a:cxn>
                <a:cxn ang="0">
                  <a:pos x="T2" y="T3"/>
                </a:cxn>
                <a:cxn ang="0">
                  <a:pos x="T4" y="T5"/>
                </a:cxn>
                <a:cxn ang="0">
                  <a:pos x="T6" y="T7"/>
                </a:cxn>
                <a:cxn ang="0">
                  <a:pos x="T8" y="T9"/>
                </a:cxn>
                <a:cxn ang="0">
                  <a:pos x="T10" y="T11"/>
                </a:cxn>
                <a:cxn ang="0">
                  <a:pos x="T12" y="T13"/>
                </a:cxn>
              </a:cxnLst>
              <a:rect l="0" t="0" r="r" b="b"/>
              <a:pathLst>
                <a:path w="120" h="12">
                  <a:moveTo>
                    <a:pt x="114" y="12"/>
                  </a:moveTo>
                  <a:cubicBezTo>
                    <a:pt x="6" y="12"/>
                    <a:pt x="6" y="12"/>
                    <a:pt x="6" y="12"/>
                  </a:cubicBezTo>
                  <a:cubicBezTo>
                    <a:pt x="3" y="12"/>
                    <a:pt x="0" y="9"/>
                    <a:pt x="0" y="6"/>
                  </a:cubicBezTo>
                  <a:cubicBezTo>
                    <a:pt x="0" y="3"/>
                    <a:pt x="3" y="0"/>
                    <a:pt x="6" y="0"/>
                  </a:cubicBezTo>
                  <a:cubicBezTo>
                    <a:pt x="114" y="0"/>
                    <a:pt x="114" y="0"/>
                    <a:pt x="114" y="0"/>
                  </a:cubicBezTo>
                  <a:cubicBezTo>
                    <a:pt x="118" y="0"/>
                    <a:pt x="120" y="3"/>
                    <a:pt x="120" y="6"/>
                  </a:cubicBezTo>
                  <a:cubicBezTo>
                    <a:pt x="120" y="9"/>
                    <a:pt x="118" y="12"/>
                    <a:pt x="114"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19" tIns="45709" rIns="91419" bIns="45709" numCol="1" anchor="t" anchorCtr="0" compatLnSpc="1">
              <a:prstTxWarp prst="textNoShape">
                <a:avLst/>
              </a:prstTxWarp>
            </a:bodyPr>
            <a:lstStyle/>
            <a:p>
              <a:endParaRPr lang="en-AU" dirty="0">
                <a:latin typeface="Graphik Regular" panose="020B0503030202060203" pitchFamily="34" charset="77"/>
              </a:endParaRPr>
            </a:p>
          </p:txBody>
        </p:sp>
        <p:sp>
          <p:nvSpPr>
            <p:cNvPr id="40" name="Freeform 7">
              <a:extLst>
                <a:ext uri="{FF2B5EF4-FFF2-40B4-BE49-F238E27FC236}">
                  <a16:creationId xmlns:a16="http://schemas.microsoft.com/office/drawing/2014/main" id="{38AFD66B-6F86-1247-BAF5-36AADD3C9355}"/>
                </a:ext>
              </a:extLst>
            </p:cNvPr>
            <p:cNvSpPr>
              <a:spLocks noEditPoints="1"/>
            </p:cNvSpPr>
            <p:nvPr/>
          </p:nvSpPr>
          <p:spPr bwMode="auto">
            <a:xfrm>
              <a:off x="367" y="553"/>
              <a:ext cx="390" cy="266"/>
            </a:xfrm>
            <a:custGeom>
              <a:avLst/>
              <a:gdLst>
                <a:gd name="T0" fmla="*/ 258 w 264"/>
                <a:gd name="T1" fmla="*/ 180 h 180"/>
                <a:gd name="T2" fmla="*/ 6 w 264"/>
                <a:gd name="T3" fmla="*/ 180 h 180"/>
                <a:gd name="T4" fmla="*/ 0 w 264"/>
                <a:gd name="T5" fmla="*/ 174 h 180"/>
                <a:gd name="T6" fmla="*/ 0 w 264"/>
                <a:gd name="T7" fmla="*/ 6 h 180"/>
                <a:gd name="T8" fmla="*/ 6 w 264"/>
                <a:gd name="T9" fmla="*/ 0 h 180"/>
                <a:gd name="T10" fmla="*/ 258 w 264"/>
                <a:gd name="T11" fmla="*/ 0 h 180"/>
                <a:gd name="T12" fmla="*/ 264 w 264"/>
                <a:gd name="T13" fmla="*/ 6 h 180"/>
                <a:gd name="T14" fmla="*/ 264 w 264"/>
                <a:gd name="T15" fmla="*/ 174 h 180"/>
                <a:gd name="T16" fmla="*/ 258 w 264"/>
                <a:gd name="T17" fmla="*/ 180 h 180"/>
                <a:gd name="T18" fmla="*/ 12 w 264"/>
                <a:gd name="T19" fmla="*/ 168 h 180"/>
                <a:gd name="T20" fmla="*/ 252 w 264"/>
                <a:gd name="T21" fmla="*/ 168 h 180"/>
                <a:gd name="T22" fmla="*/ 252 w 264"/>
                <a:gd name="T23" fmla="*/ 12 h 180"/>
                <a:gd name="T24" fmla="*/ 12 w 264"/>
                <a:gd name="T25" fmla="*/ 12 h 180"/>
                <a:gd name="T26" fmla="*/ 12 w 264"/>
                <a:gd name="T27" fmla="*/ 168 h 1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64" h="180">
                  <a:moveTo>
                    <a:pt x="258" y="180"/>
                  </a:moveTo>
                  <a:cubicBezTo>
                    <a:pt x="6" y="180"/>
                    <a:pt x="6" y="180"/>
                    <a:pt x="6" y="180"/>
                  </a:cubicBezTo>
                  <a:cubicBezTo>
                    <a:pt x="3" y="180"/>
                    <a:pt x="0" y="177"/>
                    <a:pt x="0" y="174"/>
                  </a:cubicBezTo>
                  <a:cubicBezTo>
                    <a:pt x="0" y="6"/>
                    <a:pt x="0" y="6"/>
                    <a:pt x="0" y="6"/>
                  </a:cubicBezTo>
                  <a:cubicBezTo>
                    <a:pt x="0" y="3"/>
                    <a:pt x="3" y="0"/>
                    <a:pt x="6" y="0"/>
                  </a:cubicBezTo>
                  <a:cubicBezTo>
                    <a:pt x="258" y="0"/>
                    <a:pt x="258" y="0"/>
                    <a:pt x="258" y="0"/>
                  </a:cubicBezTo>
                  <a:cubicBezTo>
                    <a:pt x="262" y="0"/>
                    <a:pt x="264" y="3"/>
                    <a:pt x="264" y="6"/>
                  </a:cubicBezTo>
                  <a:cubicBezTo>
                    <a:pt x="264" y="174"/>
                    <a:pt x="264" y="174"/>
                    <a:pt x="264" y="174"/>
                  </a:cubicBezTo>
                  <a:cubicBezTo>
                    <a:pt x="264" y="177"/>
                    <a:pt x="262" y="180"/>
                    <a:pt x="258" y="180"/>
                  </a:cubicBezTo>
                  <a:close/>
                  <a:moveTo>
                    <a:pt x="12" y="168"/>
                  </a:moveTo>
                  <a:cubicBezTo>
                    <a:pt x="252" y="168"/>
                    <a:pt x="252" y="168"/>
                    <a:pt x="252" y="168"/>
                  </a:cubicBezTo>
                  <a:cubicBezTo>
                    <a:pt x="252" y="12"/>
                    <a:pt x="252" y="12"/>
                    <a:pt x="252" y="12"/>
                  </a:cubicBezTo>
                  <a:cubicBezTo>
                    <a:pt x="12" y="12"/>
                    <a:pt x="12" y="12"/>
                    <a:pt x="12" y="12"/>
                  </a:cubicBezTo>
                  <a:lnTo>
                    <a:pt x="12" y="16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19" tIns="45709" rIns="91419" bIns="45709" numCol="1" anchor="t" anchorCtr="0" compatLnSpc="1">
              <a:prstTxWarp prst="textNoShape">
                <a:avLst/>
              </a:prstTxWarp>
            </a:bodyPr>
            <a:lstStyle/>
            <a:p>
              <a:endParaRPr lang="en-AU" dirty="0">
                <a:latin typeface="Graphik Regular" panose="020B0503030202060203" pitchFamily="34" charset="77"/>
              </a:endParaRPr>
            </a:p>
          </p:txBody>
        </p:sp>
        <p:sp>
          <p:nvSpPr>
            <p:cNvPr id="41" name="Freeform 8">
              <a:extLst>
                <a:ext uri="{FF2B5EF4-FFF2-40B4-BE49-F238E27FC236}">
                  <a16:creationId xmlns:a16="http://schemas.microsoft.com/office/drawing/2014/main" id="{DB748EC2-D845-2840-811C-8378BE97DA56}"/>
                </a:ext>
              </a:extLst>
            </p:cNvPr>
            <p:cNvSpPr>
              <a:spLocks noEditPoints="1"/>
            </p:cNvSpPr>
            <p:nvPr/>
          </p:nvSpPr>
          <p:spPr bwMode="auto">
            <a:xfrm>
              <a:off x="527" y="624"/>
              <a:ext cx="71" cy="89"/>
            </a:xfrm>
            <a:custGeom>
              <a:avLst/>
              <a:gdLst>
                <a:gd name="T0" fmla="*/ 42 w 48"/>
                <a:gd name="T1" fmla="*/ 60 h 60"/>
                <a:gd name="T2" fmla="*/ 6 w 48"/>
                <a:gd name="T3" fmla="*/ 60 h 60"/>
                <a:gd name="T4" fmla="*/ 0 w 48"/>
                <a:gd name="T5" fmla="*/ 54 h 60"/>
                <a:gd name="T6" fmla="*/ 0 w 48"/>
                <a:gd name="T7" fmla="*/ 6 h 60"/>
                <a:gd name="T8" fmla="*/ 6 w 48"/>
                <a:gd name="T9" fmla="*/ 0 h 60"/>
                <a:gd name="T10" fmla="*/ 42 w 48"/>
                <a:gd name="T11" fmla="*/ 0 h 60"/>
                <a:gd name="T12" fmla="*/ 48 w 48"/>
                <a:gd name="T13" fmla="*/ 6 h 60"/>
                <a:gd name="T14" fmla="*/ 48 w 48"/>
                <a:gd name="T15" fmla="*/ 54 h 60"/>
                <a:gd name="T16" fmla="*/ 42 w 48"/>
                <a:gd name="T17" fmla="*/ 60 h 60"/>
                <a:gd name="T18" fmla="*/ 12 w 48"/>
                <a:gd name="T19" fmla="*/ 48 h 60"/>
                <a:gd name="T20" fmla="*/ 36 w 48"/>
                <a:gd name="T21" fmla="*/ 48 h 60"/>
                <a:gd name="T22" fmla="*/ 36 w 48"/>
                <a:gd name="T23" fmla="*/ 12 h 60"/>
                <a:gd name="T24" fmla="*/ 12 w 48"/>
                <a:gd name="T25" fmla="*/ 12 h 60"/>
                <a:gd name="T26" fmla="*/ 12 w 48"/>
                <a:gd name="T27" fmla="*/ 48 h 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48" h="60">
                  <a:moveTo>
                    <a:pt x="42" y="60"/>
                  </a:moveTo>
                  <a:cubicBezTo>
                    <a:pt x="6" y="60"/>
                    <a:pt x="6" y="60"/>
                    <a:pt x="6" y="60"/>
                  </a:cubicBezTo>
                  <a:cubicBezTo>
                    <a:pt x="3" y="60"/>
                    <a:pt x="0" y="57"/>
                    <a:pt x="0" y="54"/>
                  </a:cubicBezTo>
                  <a:cubicBezTo>
                    <a:pt x="0" y="6"/>
                    <a:pt x="0" y="6"/>
                    <a:pt x="0" y="6"/>
                  </a:cubicBezTo>
                  <a:cubicBezTo>
                    <a:pt x="0" y="3"/>
                    <a:pt x="3" y="0"/>
                    <a:pt x="6" y="0"/>
                  </a:cubicBezTo>
                  <a:cubicBezTo>
                    <a:pt x="42" y="0"/>
                    <a:pt x="42" y="0"/>
                    <a:pt x="42" y="0"/>
                  </a:cubicBezTo>
                  <a:cubicBezTo>
                    <a:pt x="46" y="0"/>
                    <a:pt x="48" y="3"/>
                    <a:pt x="48" y="6"/>
                  </a:cubicBezTo>
                  <a:cubicBezTo>
                    <a:pt x="48" y="54"/>
                    <a:pt x="48" y="54"/>
                    <a:pt x="48" y="54"/>
                  </a:cubicBezTo>
                  <a:cubicBezTo>
                    <a:pt x="48" y="57"/>
                    <a:pt x="46" y="60"/>
                    <a:pt x="42" y="60"/>
                  </a:cubicBezTo>
                  <a:close/>
                  <a:moveTo>
                    <a:pt x="12" y="48"/>
                  </a:moveTo>
                  <a:cubicBezTo>
                    <a:pt x="36" y="48"/>
                    <a:pt x="36" y="48"/>
                    <a:pt x="36" y="48"/>
                  </a:cubicBezTo>
                  <a:cubicBezTo>
                    <a:pt x="36" y="12"/>
                    <a:pt x="36" y="12"/>
                    <a:pt x="36" y="12"/>
                  </a:cubicBezTo>
                  <a:cubicBezTo>
                    <a:pt x="12" y="12"/>
                    <a:pt x="12" y="12"/>
                    <a:pt x="12" y="12"/>
                  </a:cubicBezTo>
                  <a:lnTo>
                    <a:pt x="12" y="4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19" tIns="45709" rIns="91419" bIns="45709" numCol="1" anchor="t" anchorCtr="0" compatLnSpc="1">
              <a:prstTxWarp prst="textNoShape">
                <a:avLst/>
              </a:prstTxWarp>
            </a:bodyPr>
            <a:lstStyle/>
            <a:p>
              <a:endParaRPr lang="en-AU" dirty="0">
                <a:latin typeface="Graphik Regular" panose="020B0503030202060203" pitchFamily="34" charset="77"/>
              </a:endParaRPr>
            </a:p>
          </p:txBody>
        </p:sp>
        <p:sp>
          <p:nvSpPr>
            <p:cNvPr id="42" name="Freeform 9">
              <a:extLst>
                <a:ext uri="{FF2B5EF4-FFF2-40B4-BE49-F238E27FC236}">
                  <a16:creationId xmlns:a16="http://schemas.microsoft.com/office/drawing/2014/main" id="{27DD0B12-AAD2-A44E-A9C1-E5015889D540}"/>
                </a:ext>
              </a:extLst>
            </p:cNvPr>
            <p:cNvSpPr>
              <a:spLocks/>
            </p:cNvSpPr>
            <p:nvPr/>
          </p:nvSpPr>
          <p:spPr bwMode="auto">
            <a:xfrm>
              <a:off x="482" y="482"/>
              <a:ext cx="160" cy="80"/>
            </a:xfrm>
            <a:custGeom>
              <a:avLst/>
              <a:gdLst>
                <a:gd name="T0" fmla="*/ 108 w 108"/>
                <a:gd name="T1" fmla="*/ 54 h 54"/>
                <a:gd name="T2" fmla="*/ 96 w 108"/>
                <a:gd name="T3" fmla="*/ 54 h 54"/>
                <a:gd name="T4" fmla="*/ 54 w 108"/>
                <a:gd name="T5" fmla="*/ 12 h 54"/>
                <a:gd name="T6" fmla="*/ 12 w 108"/>
                <a:gd name="T7" fmla="*/ 54 h 54"/>
                <a:gd name="T8" fmla="*/ 0 w 108"/>
                <a:gd name="T9" fmla="*/ 54 h 54"/>
                <a:gd name="T10" fmla="*/ 54 w 108"/>
                <a:gd name="T11" fmla="*/ 0 h 54"/>
                <a:gd name="T12" fmla="*/ 108 w 108"/>
                <a:gd name="T13" fmla="*/ 54 h 54"/>
              </a:gdLst>
              <a:ahLst/>
              <a:cxnLst>
                <a:cxn ang="0">
                  <a:pos x="T0" y="T1"/>
                </a:cxn>
                <a:cxn ang="0">
                  <a:pos x="T2" y="T3"/>
                </a:cxn>
                <a:cxn ang="0">
                  <a:pos x="T4" y="T5"/>
                </a:cxn>
                <a:cxn ang="0">
                  <a:pos x="T6" y="T7"/>
                </a:cxn>
                <a:cxn ang="0">
                  <a:pos x="T8" y="T9"/>
                </a:cxn>
                <a:cxn ang="0">
                  <a:pos x="T10" y="T11"/>
                </a:cxn>
                <a:cxn ang="0">
                  <a:pos x="T12" y="T13"/>
                </a:cxn>
              </a:cxnLst>
              <a:rect l="0" t="0" r="r" b="b"/>
              <a:pathLst>
                <a:path w="108" h="54">
                  <a:moveTo>
                    <a:pt x="108" y="54"/>
                  </a:moveTo>
                  <a:cubicBezTo>
                    <a:pt x="96" y="54"/>
                    <a:pt x="96" y="54"/>
                    <a:pt x="96" y="54"/>
                  </a:cubicBezTo>
                  <a:cubicBezTo>
                    <a:pt x="96" y="31"/>
                    <a:pt x="78" y="12"/>
                    <a:pt x="54" y="12"/>
                  </a:cubicBezTo>
                  <a:cubicBezTo>
                    <a:pt x="31" y="12"/>
                    <a:pt x="12" y="31"/>
                    <a:pt x="12" y="54"/>
                  </a:cubicBezTo>
                  <a:cubicBezTo>
                    <a:pt x="0" y="54"/>
                    <a:pt x="0" y="54"/>
                    <a:pt x="0" y="54"/>
                  </a:cubicBezTo>
                  <a:cubicBezTo>
                    <a:pt x="0" y="24"/>
                    <a:pt x="25" y="0"/>
                    <a:pt x="54" y="0"/>
                  </a:cubicBezTo>
                  <a:cubicBezTo>
                    <a:pt x="84" y="0"/>
                    <a:pt x="108" y="24"/>
                    <a:pt x="108" y="5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19" tIns="45709" rIns="91419" bIns="45709" numCol="1" anchor="t" anchorCtr="0" compatLnSpc="1">
              <a:prstTxWarp prst="textNoShape">
                <a:avLst/>
              </a:prstTxWarp>
            </a:bodyPr>
            <a:lstStyle/>
            <a:p>
              <a:endParaRPr lang="en-AU" dirty="0">
                <a:latin typeface="Graphik Regular" panose="020B0503030202060203" pitchFamily="34" charset="77"/>
              </a:endParaRPr>
            </a:p>
          </p:txBody>
        </p:sp>
      </p:grpSp>
      <p:sp>
        <p:nvSpPr>
          <p:cNvPr id="18" name="Text Placeholder 17">
            <a:extLst>
              <a:ext uri="{FF2B5EF4-FFF2-40B4-BE49-F238E27FC236}">
                <a16:creationId xmlns:a16="http://schemas.microsoft.com/office/drawing/2014/main" id="{80840651-8485-F74F-8CA3-CB227D4272A4}"/>
              </a:ext>
            </a:extLst>
          </p:cNvPr>
          <p:cNvSpPr>
            <a:spLocks noGrp="1"/>
          </p:cNvSpPr>
          <p:nvPr>
            <p:ph type="body" sz="quarter" idx="19"/>
          </p:nvPr>
        </p:nvSpPr>
        <p:spPr>
          <a:xfrm>
            <a:off x="428698" y="3236204"/>
            <a:ext cx="3656754" cy="393609"/>
          </a:xfrm>
        </p:spPr>
        <p:txBody>
          <a:bodyPr/>
          <a:lstStyle/>
          <a:p>
            <a:r>
              <a:rPr lang="en-US" b="1" dirty="0"/>
              <a:t>ONE OR TWO LINES</a:t>
            </a:r>
          </a:p>
        </p:txBody>
      </p:sp>
    </p:spTree>
    <p:extLst>
      <p:ext uri="{BB962C8B-B14F-4D97-AF65-F5344CB8AC3E}">
        <p14:creationId xmlns:p14="http://schemas.microsoft.com/office/powerpoint/2010/main" val="288316483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Picture Placeholder 14">
            <a:extLst>
              <a:ext uri="{FF2B5EF4-FFF2-40B4-BE49-F238E27FC236}">
                <a16:creationId xmlns:a16="http://schemas.microsoft.com/office/drawing/2014/main" id="{5D97637E-F2C1-0B45-B655-A042B9140475}"/>
              </a:ext>
            </a:extLst>
          </p:cNvPr>
          <p:cNvPicPr>
            <a:picLocks noGrp="1" noChangeAspect="1"/>
          </p:cNvPicPr>
          <p:nvPr>
            <p:ph type="pic" sz="quarter" idx="23"/>
          </p:nvPr>
        </p:nvPicPr>
        <p:blipFill>
          <a:blip r:embed="rId3"/>
          <a:srcRect/>
          <a:stretch>
            <a:fillRect/>
          </a:stretch>
        </p:blipFill>
        <p:spPr/>
      </p:pic>
      <p:sp>
        <p:nvSpPr>
          <p:cNvPr id="4" name="Text Placeholder 3">
            <a:extLst>
              <a:ext uri="{FF2B5EF4-FFF2-40B4-BE49-F238E27FC236}">
                <a16:creationId xmlns:a16="http://schemas.microsoft.com/office/drawing/2014/main" id="{B7DFAC94-6892-5149-9608-856E2523A400}"/>
              </a:ext>
            </a:extLst>
          </p:cNvPr>
          <p:cNvSpPr>
            <a:spLocks noGrp="1"/>
          </p:cNvSpPr>
          <p:nvPr>
            <p:ph type="body" sz="quarter" idx="22"/>
          </p:nvPr>
        </p:nvSpPr>
        <p:spPr/>
        <p:txBody>
          <a:bodyPr/>
          <a:lstStyle/>
          <a:p>
            <a:r>
              <a:rPr lang="en-US" b="1" dirty="0">
                <a:solidFill>
                  <a:schemeClr val="accent1"/>
                </a:solidFill>
                <a:latin typeface="Graphik" panose="020B0503030202060203" pitchFamily="34" charset="77"/>
              </a:rPr>
              <a:t>CEO of Accenture Interactive</a:t>
            </a:r>
            <a:br>
              <a:rPr lang="en-US" b="1" dirty="0">
                <a:solidFill>
                  <a:schemeClr val="accent1"/>
                </a:solidFill>
                <a:latin typeface="Graphik" panose="020B0503030202060203" pitchFamily="34" charset="77"/>
              </a:rPr>
            </a:br>
            <a:r>
              <a:rPr lang="en-US" b="1" dirty="0">
                <a:solidFill>
                  <a:schemeClr val="accent1"/>
                </a:solidFill>
                <a:latin typeface="Graphik" panose="020B0503030202060203" pitchFamily="34" charset="77"/>
              </a:rPr>
              <a:t>Greater Boston Area</a:t>
            </a:r>
          </a:p>
          <a:p>
            <a:pPr lvl="0"/>
            <a:r>
              <a:rPr lang="en-AU" dirty="0">
                <a:solidFill>
                  <a:srgbClr val="000000"/>
                </a:solidFill>
              </a:rPr>
              <a:t>Specialties include:</a:t>
            </a:r>
          </a:p>
          <a:p>
            <a:pPr marL="171416" lvl="2" indent="-171416">
              <a:lnSpc>
                <a:spcPct val="70000"/>
              </a:lnSpc>
            </a:pPr>
            <a:r>
              <a:rPr lang="en-AU" sz="1100" dirty="0">
                <a:solidFill>
                  <a:srgbClr val="000000"/>
                </a:solidFill>
                <a:latin typeface="Graphik" panose="020B0503030202060203" pitchFamily="34" charset="77"/>
              </a:rPr>
              <a:t>Design Thinking</a:t>
            </a:r>
          </a:p>
          <a:p>
            <a:pPr marL="171416" lvl="2" indent="-171416">
              <a:lnSpc>
                <a:spcPct val="70000"/>
              </a:lnSpc>
            </a:pPr>
            <a:r>
              <a:rPr lang="en-AU" sz="1100" dirty="0">
                <a:solidFill>
                  <a:srgbClr val="000000"/>
                </a:solidFill>
                <a:latin typeface="Graphik" panose="020B0503030202060203" pitchFamily="34" charset="77"/>
              </a:rPr>
              <a:t>Human Centred Design</a:t>
            </a:r>
          </a:p>
          <a:p>
            <a:pPr marL="171416" lvl="2" indent="-171416">
              <a:lnSpc>
                <a:spcPct val="70000"/>
              </a:lnSpc>
            </a:pPr>
            <a:r>
              <a:rPr lang="en-AU" sz="1100" dirty="0">
                <a:solidFill>
                  <a:srgbClr val="000000"/>
                </a:solidFill>
                <a:latin typeface="Graphik" panose="020B0503030202060203" pitchFamily="34" charset="77"/>
              </a:rPr>
              <a:t>User Experience</a:t>
            </a:r>
          </a:p>
          <a:p>
            <a:pPr marL="171416" lvl="2" indent="-171416">
              <a:lnSpc>
                <a:spcPct val="70000"/>
              </a:lnSpc>
            </a:pPr>
            <a:r>
              <a:rPr lang="en-AU" sz="1100" dirty="0">
                <a:solidFill>
                  <a:srgbClr val="000000"/>
                </a:solidFill>
                <a:latin typeface="Graphik" panose="020B0503030202060203" pitchFamily="34" charset="77"/>
              </a:rPr>
              <a:t>Information Architecture</a:t>
            </a:r>
          </a:p>
          <a:p>
            <a:pPr marL="171416" lvl="2" indent="-171416">
              <a:lnSpc>
                <a:spcPct val="70000"/>
              </a:lnSpc>
            </a:pPr>
            <a:r>
              <a:rPr lang="en-AU" sz="1100" dirty="0">
                <a:solidFill>
                  <a:srgbClr val="000000"/>
                </a:solidFill>
                <a:latin typeface="Graphik" panose="020B0503030202060203" pitchFamily="34" charset="77"/>
              </a:rPr>
              <a:t>Ideation</a:t>
            </a:r>
          </a:p>
          <a:p>
            <a:endParaRPr lang="en-US" dirty="0">
              <a:solidFill>
                <a:schemeClr val="accent1"/>
              </a:solidFill>
              <a:latin typeface="Graphik" panose="020B0503030202060203" pitchFamily="34" charset="77"/>
            </a:endParaRPr>
          </a:p>
        </p:txBody>
      </p:sp>
      <p:sp>
        <p:nvSpPr>
          <p:cNvPr id="5" name="Text Placeholder 4">
            <a:extLst>
              <a:ext uri="{FF2B5EF4-FFF2-40B4-BE49-F238E27FC236}">
                <a16:creationId xmlns:a16="http://schemas.microsoft.com/office/drawing/2014/main" id="{D3989606-D41F-AA45-888D-514DC0F7783B}"/>
              </a:ext>
            </a:extLst>
          </p:cNvPr>
          <p:cNvSpPr>
            <a:spLocks noGrp="1"/>
          </p:cNvSpPr>
          <p:nvPr>
            <p:ph type="body" sz="quarter" idx="17"/>
          </p:nvPr>
        </p:nvSpPr>
        <p:spPr/>
        <p:txBody>
          <a:bodyPr/>
          <a:lstStyle/>
          <a:p>
            <a:r>
              <a:rPr lang="en-US" dirty="0">
                <a:latin typeface="Graphik" panose="020B0503030202060203" pitchFamily="34" charset="77"/>
              </a:rPr>
              <a:t>Brian is committed to cultivating big ideas and delivering real business results – passions he applies every day driving Accenture Interactive’s rapid global growth. As head of Accenture Interactive, he’s laser-focused on creating the best customer experiences on the planet for Fortune 500 brands. </a:t>
            </a:r>
          </a:p>
          <a:p>
            <a:r>
              <a:rPr lang="en-US" dirty="0">
                <a:latin typeface="Graphik" panose="020B0503030202060203" pitchFamily="34" charset="77"/>
              </a:rPr>
              <a:t>Brian has led Accenture Interactive’s disruption of the traditional agency landscape by creating a new service model that combines the capabilities of a creative agency, business consultancy, and technology powerhouse. He continues to build Accenture Interactive’s business every day, working with clients around the world and</a:t>
            </a:r>
          </a:p>
        </p:txBody>
      </p:sp>
      <p:sp>
        <p:nvSpPr>
          <p:cNvPr id="6" name="Text Placeholder 5">
            <a:extLst>
              <a:ext uri="{FF2B5EF4-FFF2-40B4-BE49-F238E27FC236}">
                <a16:creationId xmlns:a16="http://schemas.microsoft.com/office/drawing/2014/main" id="{B6216313-7250-4B44-A019-1527FBDCCD2E}"/>
              </a:ext>
            </a:extLst>
          </p:cNvPr>
          <p:cNvSpPr>
            <a:spLocks noGrp="1"/>
          </p:cNvSpPr>
          <p:nvPr>
            <p:ph type="body" sz="quarter" idx="24"/>
          </p:nvPr>
        </p:nvSpPr>
        <p:spPr>
          <a:xfrm>
            <a:off x="6060518" y="2105803"/>
            <a:ext cx="2334316" cy="6015686"/>
          </a:xfrm>
        </p:spPr>
        <p:txBody>
          <a:bodyPr/>
          <a:lstStyle/>
          <a:p>
            <a:r>
              <a:rPr lang="en-US" dirty="0"/>
              <a:t>expanding its global footprint through acquisitions of companies like Fjord, </a:t>
            </a:r>
            <a:r>
              <a:rPr lang="en-US" dirty="0" err="1"/>
              <a:t>Karmarama</a:t>
            </a:r>
            <a:r>
              <a:rPr lang="en-US" dirty="0"/>
              <a:t>, and </a:t>
            </a:r>
            <a:r>
              <a:rPr lang="en-US" dirty="0" err="1"/>
              <a:t>PacificLink</a:t>
            </a:r>
            <a:r>
              <a:rPr lang="en-US" dirty="0"/>
              <a:t>. </a:t>
            </a:r>
          </a:p>
          <a:p>
            <a:r>
              <a:rPr lang="en-US" dirty="0"/>
              <a:t>His </a:t>
            </a:r>
            <a:r>
              <a:rPr lang="en-US" dirty="0">
                <a:latin typeface="Graphik" panose="020B0503030202060203" pitchFamily="34" charset="77"/>
              </a:rPr>
              <a:t>achievements have been recognized by Ad Age, which named Accenture Interactive the world’s largest digital network in 2016 &amp; 2017, and by </a:t>
            </a:r>
            <a:r>
              <a:rPr lang="en-US" dirty="0" err="1">
                <a:latin typeface="Graphik" panose="020B0503030202060203" pitchFamily="34" charset="77"/>
              </a:rPr>
              <a:t>AdWeek</a:t>
            </a:r>
            <a:r>
              <a:rPr lang="en-US" dirty="0">
                <a:latin typeface="Graphik" panose="020B0503030202060203" pitchFamily="34" charset="77"/>
              </a:rPr>
              <a:t>, which included Brian on its 2017 Power List. Brian holds an MBA from the Fuqua School of Business at Duke University, where he also earned his Bachelor of Science. </a:t>
            </a:r>
            <a:br>
              <a:rPr lang="en-US" dirty="0">
                <a:latin typeface="Graphik" panose="020B0503030202060203" pitchFamily="34" charset="77"/>
              </a:rPr>
            </a:br>
            <a:br>
              <a:rPr lang="en-US" dirty="0">
                <a:latin typeface="Graphik" panose="020B0503030202060203" pitchFamily="34" charset="77"/>
              </a:rPr>
            </a:br>
            <a:r>
              <a:rPr lang="en-US" dirty="0">
                <a:latin typeface="Graphik" panose="020B0503030202060203" pitchFamily="34" charset="77"/>
              </a:rPr>
              <a:t>Outside of the office, Brian plays the role of father, surfer, traveler, fisherman and is an avid Duke basketball and Redskins football fan.</a:t>
            </a:r>
            <a:br>
              <a:rPr lang="en-US" dirty="0">
                <a:latin typeface="Graphik" panose="020B0503030202060203" pitchFamily="34" charset="77"/>
              </a:rPr>
            </a:br>
            <a:endParaRPr lang="en-US" dirty="0">
              <a:latin typeface="Graphik" panose="020B0503030202060203" pitchFamily="34" charset="77"/>
            </a:endParaRPr>
          </a:p>
          <a:p>
            <a:endParaRPr lang="en-US" dirty="0">
              <a:latin typeface="Graphik" panose="020B0503030202060203" pitchFamily="34" charset="77"/>
            </a:endParaRPr>
          </a:p>
          <a:p>
            <a:br>
              <a:rPr lang="en-US" dirty="0">
                <a:latin typeface="Graphik" panose="020B0503030202060203" pitchFamily="34" charset="77"/>
              </a:rPr>
            </a:br>
            <a:endParaRPr lang="en-US" dirty="0">
              <a:latin typeface="Graphik" panose="020B0503030202060203" pitchFamily="34" charset="77"/>
            </a:endParaRPr>
          </a:p>
        </p:txBody>
      </p:sp>
      <p:sp>
        <p:nvSpPr>
          <p:cNvPr id="7" name="Text Placeholder 6">
            <a:extLst>
              <a:ext uri="{FF2B5EF4-FFF2-40B4-BE49-F238E27FC236}">
                <a16:creationId xmlns:a16="http://schemas.microsoft.com/office/drawing/2014/main" id="{E9743ED0-595F-CC48-98D7-464B26FAA0B4}"/>
              </a:ext>
            </a:extLst>
          </p:cNvPr>
          <p:cNvSpPr>
            <a:spLocks noGrp="1"/>
          </p:cNvSpPr>
          <p:nvPr>
            <p:ph type="body" sz="quarter" idx="26"/>
          </p:nvPr>
        </p:nvSpPr>
        <p:spPr>
          <a:xfrm>
            <a:off x="8870812" y="2105802"/>
            <a:ext cx="2334316" cy="3469571"/>
          </a:xfrm>
        </p:spPr>
        <p:txBody>
          <a:bodyPr/>
          <a:lstStyle/>
          <a:p>
            <a:r>
              <a:rPr lang="en-AU" b="1" dirty="0">
                <a:latin typeface="Graphik" panose="020B0503030202060203" pitchFamily="34" charset="77"/>
              </a:rPr>
              <a:t>Project name</a:t>
            </a:r>
            <a:br>
              <a:rPr lang="en-AU" dirty="0">
                <a:latin typeface="Graphik" panose="020B0503030202060203" pitchFamily="34" charset="77"/>
              </a:rPr>
            </a:br>
            <a:r>
              <a:rPr lang="en-AU" b="1" dirty="0">
                <a:solidFill>
                  <a:schemeClr val="accent1"/>
                </a:solidFill>
                <a:latin typeface="Graphik" panose="020B0503030202060203" pitchFamily="34" charset="77"/>
              </a:rPr>
              <a:t>Client name</a:t>
            </a:r>
          </a:p>
          <a:p>
            <a:pPr lvl="2"/>
            <a:r>
              <a:rPr lang="en-AU" dirty="0">
                <a:latin typeface="Graphik" panose="020B0503030202060203" pitchFamily="34" charset="77"/>
              </a:rPr>
              <a:t>Lorem ipsum </a:t>
            </a:r>
            <a:r>
              <a:rPr lang="en-AU" dirty="0" err="1">
                <a:latin typeface="Graphik" panose="020B0503030202060203" pitchFamily="34" charset="77"/>
              </a:rPr>
              <a:t>dolor</a:t>
            </a:r>
            <a:r>
              <a:rPr lang="en-AU" dirty="0">
                <a:latin typeface="Graphik" panose="020B0503030202060203" pitchFamily="34" charset="77"/>
              </a:rPr>
              <a:t> sit </a:t>
            </a:r>
            <a:r>
              <a:rPr lang="en-AU" dirty="0" err="1">
                <a:latin typeface="Graphik" panose="020B0503030202060203" pitchFamily="34" charset="77"/>
              </a:rPr>
              <a:t>amet</a:t>
            </a:r>
            <a:r>
              <a:rPr lang="en-AU" dirty="0">
                <a:latin typeface="Graphik" panose="020B0503030202060203" pitchFamily="34" charset="77"/>
              </a:rPr>
              <a:t>, </a:t>
            </a:r>
            <a:r>
              <a:rPr lang="en-AU" dirty="0" err="1">
                <a:latin typeface="Graphik" panose="020B0503030202060203" pitchFamily="34" charset="77"/>
              </a:rPr>
              <a:t>consectetur</a:t>
            </a:r>
            <a:r>
              <a:rPr lang="en-AU" dirty="0">
                <a:latin typeface="Graphik" panose="020B0503030202060203" pitchFamily="34" charset="77"/>
              </a:rPr>
              <a:t> </a:t>
            </a:r>
            <a:r>
              <a:rPr lang="en-AU" dirty="0" err="1">
                <a:latin typeface="Graphik" panose="020B0503030202060203" pitchFamily="34" charset="77"/>
              </a:rPr>
              <a:t>adipiscing</a:t>
            </a:r>
            <a:r>
              <a:rPr lang="en-AU" dirty="0">
                <a:latin typeface="Graphik" panose="020B0503030202060203" pitchFamily="34" charset="77"/>
              </a:rPr>
              <a:t> </a:t>
            </a:r>
            <a:r>
              <a:rPr lang="en-AU" dirty="0" err="1">
                <a:latin typeface="Graphik" panose="020B0503030202060203" pitchFamily="34" charset="77"/>
              </a:rPr>
              <a:t>elit</a:t>
            </a:r>
            <a:r>
              <a:rPr lang="en-AU" dirty="0">
                <a:latin typeface="Graphik" panose="020B0503030202060203" pitchFamily="34" charset="77"/>
              </a:rPr>
              <a:t>. </a:t>
            </a:r>
            <a:r>
              <a:rPr lang="en-AU" dirty="0" err="1">
                <a:latin typeface="Graphik" panose="020B0503030202060203" pitchFamily="34" charset="77"/>
              </a:rPr>
              <a:t>Sed</a:t>
            </a:r>
            <a:r>
              <a:rPr lang="en-AU" dirty="0">
                <a:latin typeface="Graphik" panose="020B0503030202060203" pitchFamily="34" charset="77"/>
              </a:rPr>
              <a:t> </a:t>
            </a:r>
            <a:r>
              <a:rPr lang="en-AU" dirty="0" err="1">
                <a:latin typeface="Graphik" panose="020B0503030202060203" pitchFamily="34" charset="77"/>
              </a:rPr>
              <a:t>nec</a:t>
            </a:r>
            <a:r>
              <a:rPr lang="en-AU" dirty="0">
                <a:latin typeface="Graphik" panose="020B0503030202060203" pitchFamily="34" charset="77"/>
              </a:rPr>
              <a:t> </a:t>
            </a:r>
            <a:r>
              <a:rPr lang="en-AU" dirty="0" err="1">
                <a:latin typeface="Graphik" panose="020B0503030202060203" pitchFamily="34" charset="77"/>
              </a:rPr>
              <a:t>egestas</a:t>
            </a:r>
            <a:r>
              <a:rPr lang="en-AU" dirty="0">
                <a:latin typeface="Graphik" panose="020B0503030202060203" pitchFamily="34" charset="77"/>
              </a:rPr>
              <a:t> libero. </a:t>
            </a:r>
          </a:p>
          <a:p>
            <a:r>
              <a:rPr lang="en-AU" b="1" dirty="0">
                <a:latin typeface="Graphik" panose="020B0503030202060203" pitchFamily="34" charset="77"/>
              </a:rPr>
              <a:t>Project name</a:t>
            </a:r>
            <a:br>
              <a:rPr lang="en-AU" dirty="0">
                <a:latin typeface="Graphik" panose="020B0503030202060203" pitchFamily="34" charset="77"/>
              </a:rPr>
            </a:br>
            <a:r>
              <a:rPr lang="en-AU" b="1" dirty="0">
                <a:solidFill>
                  <a:schemeClr val="accent1"/>
                </a:solidFill>
                <a:latin typeface="Graphik" panose="020B0503030202060203" pitchFamily="34" charset="77"/>
              </a:rPr>
              <a:t>Client name</a:t>
            </a:r>
          </a:p>
          <a:p>
            <a:pPr lvl="2"/>
            <a:r>
              <a:rPr lang="en-AU" dirty="0">
                <a:latin typeface="Graphik" panose="020B0503030202060203" pitchFamily="34" charset="77"/>
              </a:rPr>
              <a:t>Lorem ipsum </a:t>
            </a:r>
            <a:r>
              <a:rPr lang="en-AU" dirty="0" err="1">
                <a:latin typeface="Graphik" panose="020B0503030202060203" pitchFamily="34" charset="77"/>
              </a:rPr>
              <a:t>dolor</a:t>
            </a:r>
            <a:r>
              <a:rPr lang="en-AU" dirty="0">
                <a:latin typeface="Graphik" panose="020B0503030202060203" pitchFamily="34" charset="77"/>
              </a:rPr>
              <a:t> sit </a:t>
            </a:r>
            <a:r>
              <a:rPr lang="en-AU" dirty="0" err="1">
                <a:latin typeface="Graphik" panose="020B0503030202060203" pitchFamily="34" charset="77"/>
              </a:rPr>
              <a:t>amet</a:t>
            </a:r>
            <a:r>
              <a:rPr lang="en-AU" dirty="0">
                <a:latin typeface="Graphik" panose="020B0503030202060203" pitchFamily="34" charset="77"/>
              </a:rPr>
              <a:t>, </a:t>
            </a:r>
            <a:r>
              <a:rPr lang="en-AU" dirty="0" err="1">
                <a:latin typeface="Graphik" panose="020B0503030202060203" pitchFamily="34" charset="77"/>
              </a:rPr>
              <a:t>consectetur</a:t>
            </a:r>
            <a:r>
              <a:rPr lang="en-AU" dirty="0">
                <a:latin typeface="Graphik" panose="020B0503030202060203" pitchFamily="34" charset="77"/>
              </a:rPr>
              <a:t> </a:t>
            </a:r>
            <a:r>
              <a:rPr lang="en-AU" dirty="0" err="1">
                <a:latin typeface="Graphik" panose="020B0503030202060203" pitchFamily="34" charset="77"/>
              </a:rPr>
              <a:t>adipiscing</a:t>
            </a:r>
            <a:r>
              <a:rPr lang="en-AU" dirty="0">
                <a:latin typeface="Graphik" panose="020B0503030202060203" pitchFamily="34" charset="77"/>
              </a:rPr>
              <a:t> </a:t>
            </a:r>
            <a:r>
              <a:rPr lang="en-AU" dirty="0" err="1">
                <a:latin typeface="Graphik" panose="020B0503030202060203" pitchFamily="34" charset="77"/>
              </a:rPr>
              <a:t>elit</a:t>
            </a:r>
            <a:r>
              <a:rPr lang="en-AU" dirty="0">
                <a:latin typeface="Graphik" panose="020B0503030202060203" pitchFamily="34" charset="77"/>
              </a:rPr>
              <a:t>. </a:t>
            </a:r>
            <a:r>
              <a:rPr lang="en-AU" dirty="0" err="1">
                <a:latin typeface="Graphik" panose="020B0503030202060203" pitchFamily="34" charset="77"/>
              </a:rPr>
              <a:t>Sed</a:t>
            </a:r>
            <a:r>
              <a:rPr lang="en-AU" dirty="0">
                <a:latin typeface="Graphik" panose="020B0503030202060203" pitchFamily="34" charset="77"/>
              </a:rPr>
              <a:t> </a:t>
            </a:r>
            <a:r>
              <a:rPr lang="en-AU" dirty="0" err="1">
                <a:latin typeface="Graphik" panose="020B0503030202060203" pitchFamily="34" charset="77"/>
              </a:rPr>
              <a:t>nec</a:t>
            </a:r>
            <a:r>
              <a:rPr lang="en-AU" dirty="0">
                <a:latin typeface="Graphik" panose="020B0503030202060203" pitchFamily="34" charset="77"/>
              </a:rPr>
              <a:t> </a:t>
            </a:r>
            <a:r>
              <a:rPr lang="en-AU" dirty="0" err="1">
                <a:latin typeface="Graphik" panose="020B0503030202060203" pitchFamily="34" charset="77"/>
              </a:rPr>
              <a:t>egestas</a:t>
            </a:r>
            <a:r>
              <a:rPr lang="en-AU" dirty="0">
                <a:latin typeface="Graphik" panose="020B0503030202060203" pitchFamily="34" charset="77"/>
              </a:rPr>
              <a:t> libero. </a:t>
            </a:r>
          </a:p>
          <a:p>
            <a:r>
              <a:rPr lang="en-AU" b="1" dirty="0">
                <a:latin typeface="Graphik" panose="020B0503030202060203" pitchFamily="34" charset="77"/>
              </a:rPr>
              <a:t>Project name</a:t>
            </a:r>
            <a:br>
              <a:rPr lang="en-AU" b="1" dirty="0">
                <a:latin typeface="Graphik" panose="020B0503030202060203" pitchFamily="34" charset="77"/>
              </a:rPr>
            </a:br>
            <a:r>
              <a:rPr lang="en-AU" b="1" dirty="0">
                <a:solidFill>
                  <a:schemeClr val="accent1"/>
                </a:solidFill>
                <a:latin typeface="Graphik" panose="020B0503030202060203" pitchFamily="34" charset="77"/>
              </a:rPr>
              <a:t>Client name</a:t>
            </a:r>
          </a:p>
          <a:p>
            <a:pPr lvl="2"/>
            <a:r>
              <a:rPr lang="en-AU" dirty="0">
                <a:latin typeface="Graphik" panose="020B0503030202060203" pitchFamily="34" charset="77"/>
              </a:rPr>
              <a:t>Lorem ipsum </a:t>
            </a:r>
            <a:r>
              <a:rPr lang="en-AU" dirty="0" err="1">
                <a:latin typeface="Graphik" panose="020B0503030202060203" pitchFamily="34" charset="77"/>
              </a:rPr>
              <a:t>dolor</a:t>
            </a:r>
            <a:r>
              <a:rPr lang="en-AU" dirty="0">
                <a:latin typeface="Graphik" panose="020B0503030202060203" pitchFamily="34" charset="77"/>
              </a:rPr>
              <a:t> sit </a:t>
            </a:r>
            <a:r>
              <a:rPr lang="en-AU" dirty="0" err="1">
                <a:latin typeface="Graphik" panose="020B0503030202060203" pitchFamily="34" charset="77"/>
              </a:rPr>
              <a:t>amet</a:t>
            </a:r>
            <a:r>
              <a:rPr lang="en-AU" dirty="0">
                <a:latin typeface="Graphik" panose="020B0503030202060203" pitchFamily="34" charset="77"/>
              </a:rPr>
              <a:t>, </a:t>
            </a:r>
            <a:r>
              <a:rPr lang="en-AU" dirty="0" err="1">
                <a:latin typeface="Graphik" panose="020B0503030202060203" pitchFamily="34" charset="77"/>
              </a:rPr>
              <a:t>consectetur</a:t>
            </a:r>
            <a:r>
              <a:rPr lang="en-AU" dirty="0">
                <a:latin typeface="Graphik" panose="020B0503030202060203" pitchFamily="34" charset="77"/>
              </a:rPr>
              <a:t> </a:t>
            </a:r>
            <a:r>
              <a:rPr lang="en-AU" dirty="0" err="1">
                <a:latin typeface="Graphik" panose="020B0503030202060203" pitchFamily="34" charset="77"/>
              </a:rPr>
              <a:t>adipiscing</a:t>
            </a:r>
            <a:r>
              <a:rPr lang="en-AU" dirty="0">
                <a:latin typeface="Graphik" panose="020B0503030202060203" pitchFamily="34" charset="77"/>
              </a:rPr>
              <a:t> </a:t>
            </a:r>
            <a:r>
              <a:rPr lang="en-AU" dirty="0" err="1">
                <a:latin typeface="Graphik" panose="020B0503030202060203" pitchFamily="34" charset="77"/>
              </a:rPr>
              <a:t>elit</a:t>
            </a:r>
            <a:r>
              <a:rPr lang="en-AU" dirty="0">
                <a:latin typeface="Graphik" panose="020B0503030202060203" pitchFamily="34" charset="77"/>
              </a:rPr>
              <a:t>. </a:t>
            </a:r>
            <a:r>
              <a:rPr lang="en-AU" dirty="0" err="1">
                <a:latin typeface="Graphik" panose="020B0503030202060203" pitchFamily="34" charset="77"/>
              </a:rPr>
              <a:t>Sed</a:t>
            </a:r>
            <a:r>
              <a:rPr lang="en-AU" dirty="0">
                <a:latin typeface="Graphik" panose="020B0503030202060203" pitchFamily="34" charset="77"/>
              </a:rPr>
              <a:t> </a:t>
            </a:r>
            <a:r>
              <a:rPr lang="en-AU" dirty="0" err="1">
                <a:latin typeface="Graphik" panose="020B0503030202060203" pitchFamily="34" charset="77"/>
              </a:rPr>
              <a:t>nec</a:t>
            </a:r>
            <a:r>
              <a:rPr lang="en-AU" dirty="0">
                <a:latin typeface="Graphik" panose="020B0503030202060203" pitchFamily="34" charset="77"/>
              </a:rPr>
              <a:t> </a:t>
            </a:r>
            <a:r>
              <a:rPr lang="en-AU" dirty="0" err="1">
                <a:latin typeface="Graphik" panose="020B0503030202060203" pitchFamily="34" charset="77"/>
              </a:rPr>
              <a:t>egestas</a:t>
            </a:r>
            <a:r>
              <a:rPr lang="en-AU" dirty="0">
                <a:latin typeface="Graphik" panose="020B0503030202060203" pitchFamily="34" charset="77"/>
              </a:rPr>
              <a:t> libero. </a:t>
            </a:r>
            <a:endParaRPr lang="en-US" dirty="0">
              <a:latin typeface="Graphik" panose="020B0503030202060203" pitchFamily="34" charset="77"/>
            </a:endParaRPr>
          </a:p>
        </p:txBody>
      </p:sp>
      <p:sp>
        <p:nvSpPr>
          <p:cNvPr id="8" name="Footer Placeholder 7">
            <a:extLst>
              <a:ext uri="{FF2B5EF4-FFF2-40B4-BE49-F238E27FC236}">
                <a16:creationId xmlns:a16="http://schemas.microsoft.com/office/drawing/2014/main" id="{D8ADF971-6BA4-C147-A7A5-812D521CC5C1}"/>
              </a:ext>
            </a:extLst>
          </p:cNvPr>
          <p:cNvSpPr>
            <a:spLocks noGrp="1"/>
          </p:cNvSpPr>
          <p:nvPr>
            <p:ph type="ftr" sz="quarter" idx="36"/>
          </p:nvPr>
        </p:nvSpPr>
        <p:spPr/>
        <p:txBody>
          <a:bodyPr/>
          <a:lstStyle/>
          <a:p>
            <a:endParaRPr lang="en-AU" dirty="0"/>
          </a:p>
        </p:txBody>
      </p:sp>
      <p:sp>
        <p:nvSpPr>
          <p:cNvPr id="9" name="Slide Number Placeholder 8">
            <a:extLst>
              <a:ext uri="{FF2B5EF4-FFF2-40B4-BE49-F238E27FC236}">
                <a16:creationId xmlns:a16="http://schemas.microsoft.com/office/drawing/2014/main" id="{DB873A7D-2B87-604D-B2E4-6B638658B49B}"/>
              </a:ext>
            </a:extLst>
          </p:cNvPr>
          <p:cNvSpPr>
            <a:spLocks noGrp="1"/>
          </p:cNvSpPr>
          <p:nvPr>
            <p:ph type="sldNum" sz="quarter" idx="37"/>
          </p:nvPr>
        </p:nvSpPr>
        <p:spPr/>
        <p:txBody>
          <a:bodyPr/>
          <a:lstStyle/>
          <a:p>
            <a:pPr>
              <a:defRPr/>
            </a:pPr>
            <a:fld id="{90CBDC3A-D49F-4631-A8C7-55D59B33E5FA}" type="slidenum">
              <a:rPr lang="en-US" smtClean="0"/>
              <a:pPr>
                <a:defRPr/>
              </a:pPr>
              <a:t>47</a:t>
            </a:fld>
            <a:endParaRPr lang="en-US" dirty="0"/>
          </a:p>
        </p:txBody>
      </p:sp>
      <p:sp>
        <p:nvSpPr>
          <p:cNvPr id="2" name="Title 1">
            <a:extLst>
              <a:ext uri="{FF2B5EF4-FFF2-40B4-BE49-F238E27FC236}">
                <a16:creationId xmlns:a16="http://schemas.microsoft.com/office/drawing/2014/main" id="{1BE6827A-D26A-1D41-8915-42D62C0B5694}"/>
              </a:ext>
            </a:extLst>
          </p:cNvPr>
          <p:cNvSpPr>
            <a:spLocks noGrp="1"/>
          </p:cNvSpPr>
          <p:nvPr>
            <p:ph type="title"/>
          </p:nvPr>
        </p:nvSpPr>
        <p:spPr/>
        <p:txBody>
          <a:bodyPr/>
          <a:lstStyle/>
          <a:p>
            <a:r>
              <a:rPr lang="en-US" dirty="0"/>
              <a:t>BRIAN </a:t>
            </a:r>
            <a:br>
              <a:rPr lang="en-US" dirty="0"/>
            </a:br>
            <a:r>
              <a:rPr lang="en-US" dirty="0"/>
              <a:t>WHIPPLE</a:t>
            </a:r>
          </a:p>
        </p:txBody>
      </p:sp>
      <p:sp>
        <p:nvSpPr>
          <p:cNvPr id="10" name="Rectangle 9">
            <a:extLst>
              <a:ext uri="{FF2B5EF4-FFF2-40B4-BE49-F238E27FC236}">
                <a16:creationId xmlns:a16="http://schemas.microsoft.com/office/drawing/2014/main" id="{4A582699-1AA1-2745-994B-593997232433}"/>
              </a:ext>
            </a:extLst>
          </p:cNvPr>
          <p:cNvSpPr/>
          <p:nvPr/>
        </p:nvSpPr>
        <p:spPr>
          <a:xfrm>
            <a:off x="12328143" y="1"/>
            <a:ext cx="2195492" cy="6858000"/>
          </a:xfrm>
          <a:prstGeom prst="rect">
            <a:avLst/>
          </a:prstGeom>
          <a:solidFill>
            <a:schemeClr val="accent2">
              <a:lumMod val="40000"/>
              <a:lumOff val="60000"/>
            </a:schemeClr>
          </a:solidFill>
          <a:ln w="12700" cmpd="sng">
            <a:noFill/>
            <a:tailEnd type="none" w="med" len="med"/>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txBody>
          <a:bodyPr lIns="71983" tIns="71983" rIns="71983" bIns="71983" rtlCol="0" anchor="t">
            <a:noAutofit/>
          </a:bodyPr>
          <a:lstStyle/>
          <a:p>
            <a:pPr>
              <a:lnSpc>
                <a:spcPct val="110000"/>
              </a:lnSpc>
              <a:spcBef>
                <a:spcPts val="1200"/>
              </a:spcBef>
            </a:pPr>
            <a:r>
              <a:rPr lang="en-US" sz="1050" b="1" dirty="0">
                <a:solidFill>
                  <a:srgbClr val="000000"/>
                </a:solidFill>
                <a:latin typeface="Graphik" panose="020B0503030202060203" pitchFamily="34" charset="77"/>
              </a:rPr>
              <a:t>HEADSHOTS</a:t>
            </a:r>
          </a:p>
          <a:p>
            <a:pPr>
              <a:lnSpc>
                <a:spcPct val="110000"/>
              </a:lnSpc>
              <a:spcBef>
                <a:spcPts val="300"/>
              </a:spcBef>
            </a:pPr>
            <a:r>
              <a:rPr lang="en-US" sz="900" dirty="0">
                <a:latin typeface="Graphik" panose="020B0503030202060203" pitchFamily="34" charset="77"/>
              </a:rPr>
              <a:t>To resize an image </a:t>
            </a:r>
            <a:r>
              <a:rPr lang="en-US" sz="900" b="1" dirty="0">
                <a:latin typeface="Graphik" panose="020B0503030202060203" pitchFamily="34" charset="77"/>
              </a:rPr>
              <a:t>DO NOT </a:t>
            </a:r>
            <a:r>
              <a:rPr lang="en-US" sz="900" dirty="0">
                <a:latin typeface="Graphik" panose="020B0503030202060203" pitchFamily="34" charset="77"/>
              </a:rPr>
              <a:t>stretch or squash it. To resize AND maintain proportions:</a:t>
            </a:r>
          </a:p>
          <a:p>
            <a:pPr marL="85708" indent="-85708">
              <a:lnSpc>
                <a:spcPct val="110000"/>
              </a:lnSpc>
              <a:spcBef>
                <a:spcPts val="300"/>
              </a:spcBef>
              <a:buFont typeface="Arial" charset="0"/>
              <a:buChar char="•"/>
            </a:pPr>
            <a:r>
              <a:rPr lang="en-US" sz="900" dirty="0">
                <a:latin typeface="Graphik" panose="020B0503030202060203" pitchFamily="34" charset="77"/>
              </a:rPr>
              <a:t>Right-click image &gt; Size and Position</a:t>
            </a:r>
          </a:p>
          <a:p>
            <a:pPr marL="85708" indent="-85708">
              <a:lnSpc>
                <a:spcPct val="110000"/>
              </a:lnSpc>
              <a:spcBef>
                <a:spcPts val="300"/>
              </a:spcBef>
              <a:buFont typeface="Arial" charset="0"/>
              <a:buChar char="•"/>
            </a:pPr>
            <a:r>
              <a:rPr lang="en-US" sz="900" dirty="0">
                <a:latin typeface="Graphik" panose="020B0503030202060203" pitchFamily="34" charset="77"/>
              </a:rPr>
              <a:t>On image properties ensure Height and Width percentages are equal. </a:t>
            </a:r>
          </a:p>
          <a:p>
            <a:pPr marL="85708" indent="-85708">
              <a:lnSpc>
                <a:spcPct val="110000"/>
              </a:lnSpc>
              <a:spcBef>
                <a:spcPts val="300"/>
              </a:spcBef>
              <a:buFont typeface="Arial" charset="0"/>
              <a:buChar char="•"/>
            </a:pPr>
            <a:r>
              <a:rPr lang="en-US" sz="900" dirty="0">
                <a:latin typeface="Graphik" panose="020B0503030202060203" pitchFamily="34" charset="77"/>
              </a:rPr>
              <a:t>Check Lock aspect ratio </a:t>
            </a:r>
          </a:p>
          <a:p>
            <a:pPr marL="85708" indent="-85708">
              <a:lnSpc>
                <a:spcPct val="110000"/>
              </a:lnSpc>
              <a:spcBef>
                <a:spcPts val="300"/>
              </a:spcBef>
              <a:buFont typeface="Arial" charset="0"/>
              <a:buChar char="•"/>
            </a:pPr>
            <a:r>
              <a:rPr lang="en-US" sz="900" dirty="0">
                <a:latin typeface="Graphik" panose="020B0503030202060203" pitchFamily="34" charset="77"/>
              </a:rPr>
              <a:t>Resize image. If specified final dimensions are different than your image, enlarge image to be larger than the final desired size, then use the Crop button to crop image to desired final size</a:t>
            </a:r>
          </a:p>
          <a:p>
            <a:pPr>
              <a:lnSpc>
                <a:spcPct val="110000"/>
              </a:lnSpc>
              <a:spcBef>
                <a:spcPts val="1200"/>
              </a:spcBef>
            </a:pPr>
            <a:r>
              <a:rPr lang="en-US" sz="1050" b="1" dirty="0">
                <a:solidFill>
                  <a:srgbClr val="000000"/>
                </a:solidFill>
                <a:latin typeface="Graphik" panose="020B0503030202060203" pitchFamily="34" charset="77"/>
              </a:rPr>
              <a:t>COLOR OF HEADSHOTS</a:t>
            </a:r>
          </a:p>
          <a:p>
            <a:pPr>
              <a:lnSpc>
                <a:spcPct val="110000"/>
              </a:lnSpc>
              <a:spcBef>
                <a:spcPts val="300"/>
              </a:spcBef>
            </a:pPr>
            <a:r>
              <a:rPr lang="en-US" sz="900" dirty="0">
                <a:latin typeface="Graphik" panose="020B0503030202060203" pitchFamily="34" charset="77"/>
              </a:rPr>
              <a:t>All headshots should be set to </a:t>
            </a:r>
            <a:r>
              <a:rPr lang="en-US" sz="900" b="1" dirty="0">
                <a:latin typeface="Graphik" panose="020B0503030202060203" pitchFamily="34" charset="77"/>
              </a:rPr>
              <a:t>greyscale</a:t>
            </a:r>
            <a:r>
              <a:rPr lang="en-US" sz="900" dirty="0">
                <a:latin typeface="Graphik" panose="020B0503030202060203" pitchFamily="34" charset="77"/>
              </a:rPr>
              <a:t> (p</a:t>
            </a:r>
            <a:r>
              <a:rPr lang="en-US" sz="900" dirty="0">
                <a:solidFill>
                  <a:srgbClr val="000000"/>
                </a:solidFill>
                <a:latin typeface="Graphik" panose="020B0503030202060203" pitchFamily="34" charset="77"/>
              </a:rPr>
              <a:t>46-49</a:t>
            </a:r>
            <a:r>
              <a:rPr lang="en-US" sz="900" dirty="0">
                <a:latin typeface="Graphik" panose="020B0503030202060203" pitchFamily="34" charset="77"/>
              </a:rPr>
              <a:t> of AI Style Guide for detail on resizing and displaying headshots).</a:t>
            </a:r>
          </a:p>
          <a:p>
            <a:pPr>
              <a:lnSpc>
                <a:spcPct val="110000"/>
              </a:lnSpc>
              <a:spcBef>
                <a:spcPts val="300"/>
              </a:spcBef>
            </a:pPr>
            <a:endParaRPr lang="en-US" sz="900" dirty="0">
              <a:latin typeface="Graphik" panose="020B0503030202060203" pitchFamily="34" charset="77"/>
            </a:endParaRPr>
          </a:p>
          <a:p>
            <a:pPr>
              <a:lnSpc>
                <a:spcPct val="110000"/>
              </a:lnSpc>
              <a:spcBef>
                <a:spcPts val="300"/>
              </a:spcBef>
            </a:pPr>
            <a:endParaRPr lang="en-US" sz="900" dirty="0">
              <a:latin typeface="Graphik" panose="020B0503030202060203" pitchFamily="34" charset="77"/>
            </a:endParaRPr>
          </a:p>
        </p:txBody>
      </p:sp>
      <p:sp>
        <p:nvSpPr>
          <p:cNvPr id="11" name="Rectangle 10">
            <a:extLst>
              <a:ext uri="{FF2B5EF4-FFF2-40B4-BE49-F238E27FC236}">
                <a16:creationId xmlns:a16="http://schemas.microsoft.com/office/drawing/2014/main" id="{1B740980-1273-8A44-96ED-608832C3AA9F}"/>
              </a:ext>
            </a:extLst>
          </p:cNvPr>
          <p:cNvSpPr/>
          <p:nvPr/>
        </p:nvSpPr>
        <p:spPr>
          <a:xfrm>
            <a:off x="12328143" y="5360839"/>
            <a:ext cx="2195492" cy="1497162"/>
          </a:xfrm>
          <a:prstGeom prst="rect">
            <a:avLst/>
          </a:prstGeom>
          <a:solidFill>
            <a:schemeClr val="accent3"/>
          </a:solidFill>
          <a:ln w="12700" cmpd="sng">
            <a:noFill/>
            <a:tailEnd type="none" w="med" len="med"/>
          </a:ln>
          <a:effectLst/>
        </p:spPr>
        <p:style>
          <a:lnRef idx="1">
            <a:schemeClr val="accent1"/>
          </a:lnRef>
          <a:fillRef idx="0">
            <a:schemeClr val="accent1"/>
          </a:fillRef>
          <a:effectRef idx="0">
            <a:schemeClr val="accent1"/>
          </a:effectRef>
          <a:fontRef idx="minor">
            <a:schemeClr val="tx1"/>
          </a:fontRef>
        </p:style>
        <p:txBody>
          <a:bodyPr lIns="71983" tIns="71983" rIns="71983" bIns="71983" rtlCol="0" anchor="t">
            <a:noAutofit/>
          </a:bodyPr>
          <a:lstStyle/>
          <a:p>
            <a:pPr>
              <a:spcBef>
                <a:spcPts val="300"/>
              </a:spcBef>
              <a:spcAft>
                <a:spcPts val="300"/>
              </a:spcAft>
            </a:pPr>
            <a:r>
              <a:rPr lang="en-US" sz="1000" dirty="0">
                <a:latin typeface="Graphik" panose="020B0503030202060203" pitchFamily="34" charset="77"/>
              </a:rPr>
              <a:t>SLIDES FOR INDIVIDUALS </a:t>
            </a:r>
            <a:br>
              <a:rPr lang="en-US" sz="1000" dirty="0">
                <a:latin typeface="Graphik" panose="020B0503030202060203" pitchFamily="34" charset="77"/>
              </a:rPr>
            </a:br>
            <a:r>
              <a:rPr lang="en-US" sz="1000" dirty="0">
                <a:latin typeface="Graphik" panose="020B0503030202060203" pitchFamily="34" charset="77"/>
              </a:rPr>
              <a:t>TO READ BY THEMSELVES </a:t>
            </a:r>
            <a:br>
              <a:rPr lang="en-US" sz="1000" dirty="0">
                <a:latin typeface="Graphik" panose="020B0503030202060203" pitchFamily="34" charset="77"/>
              </a:rPr>
            </a:br>
            <a:r>
              <a:rPr lang="en-US" sz="1000" u="sng" dirty="0">
                <a:latin typeface="Graphik" panose="020B0503030202060203" pitchFamily="34" charset="77"/>
              </a:rPr>
              <a:t>NOT</a:t>
            </a:r>
            <a:r>
              <a:rPr lang="en-US" sz="1000" dirty="0">
                <a:latin typeface="Graphik" panose="020B0503030202060203" pitchFamily="34" charset="77"/>
              </a:rPr>
              <a:t> FOR PRESENTING</a:t>
            </a:r>
            <a:endParaRPr lang="en-US" sz="1000" b="1" dirty="0">
              <a:latin typeface="Graphik" panose="020B0503030202060203" pitchFamily="34" charset="77"/>
            </a:endParaRPr>
          </a:p>
          <a:p>
            <a:pPr>
              <a:spcBef>
                <a:spcPts val="300"/>
              </a:spcBef>
              <a:spcAft>
                <a:spcPts val="300"/>
              </a:spcAft>
            </a:pPr>
            <a:r>
              <a:rPr lang="en-US" sz="1000" dirty="0">
                <a:latin typeface="Graphik" panose="020B0503030202060203" pitchFamily="34" charset="77"/>
              </a:rPr>
              <a:t>This layout is to be used only when providing slides for individuals to </a:t>
            </a:r>
            <a:r>
              <a:rPr lang="en-US" sz="1000" i="1" dirty="0">
                <a:latin typeface="Graphik" panose="020B0503030202060203" pitchFamily="34" charset="77"/>
              </a:rPr>
              <a:t>read on their own</a:t>
            </a:r>
            <a:r>
              <a:rPr lang="en-US" sz="1000" dirty="0">
                <a:latin typeface="Graphik" panose="020B0503030202060203" pitchFamily="34" charset="77"/>
              </a:rPr>
              <a:t>; this amount of detail should </a:t>
            </a:r>
            <a:r>
              <a:rPr lang="en-US" sz="1000" i="1" dirty="0">
                <a:latin typeface="Graphik" panose="020B0503030202060203" pitchFamily="34" charset="77"/>
              </a:rPr>
              <a:t>NEVER be presented</a:t>
            </a:r>
            <a:r>
              <a:rPr lang="en-US" sz="1000" dirty="0">
                <a:latin typeface="Graphik" panose="020B0503030202060203" pitchFamily="34" charset="77"/>
              </a:rPr>
              <a:t> to groups.</a:t>
            </a:r>
          </a:p>
        </p:txBody>
      </p:sp>
    </p:spTree>
    <p:extLst>
      <p:ext uri="{BB962C8B-B14F-4D97-AF65-F5344CB8AC3E}">
        <p14:creationId xmlns:p14="http://schemas.microsoft.com/office/powerpoint/2010/main" val="296431896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444</TotalTime>
  <Words>1729</Words>
  <Application>Microsoft Office PowerPoint</Application>
  <PresentationFormat>Widescreen</PresentationFormat>
  <Paragraphs>368</Paragraphs>
  <Slides>47</Slides>
  <Notes>8</Notes>
  <HiddenSlides>3</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47</vt:i4>
      </vt:variant>
    </vt:vector>
  </HeadingPairs>
  <TitlesOfParts>
    <vt:vector size="55" baseType="lpstr">
      <vt:lpstr>Arial</vt:lpstr>
      <vt:lpstr>Arial Black</vt:lpstr>
      <vt:lpstr>Calibri</vt:lpstr>
      <vt:lpstr>Calibri Light</vt:lpstr>
      <vt:lpstr>Graphik</vt:lpstr>
      <vt:lpstr>Graphik Black</vt:lpstr>
      <vt:lpstr>Graphik Regular</vt:lpstr>
      <vt:lpstr>Office Theme</vt:lpstr>
      <vt:lpstr>PowerPoint Presentation</vt:lpstr>
      <vt:lpstr>PowerPoint Presentation</vt:lpstr>
      <vt:lpstr>How do you explain that?    An assessment of black box model explainers</vt:lpstr>
      <vt:lpstr>PowerPoint Presentation</vt:lpstr>
      <vt:lpstr>PowerPoint Presentation</vt:lpstr>
      <vt:lpstr>PowerPoint Presentation</vt:lpstr>
      <vt:lpstr>PowerPoint Presentation</vt:lpstr>
      <vt:lpstr>“The degree of understanding 1) output 2) inner workings  of the model”</vt:lpstr>
      <vt:lpstr>Do we need to understand the inner workings of a predictive model? </vt:lpstr>
      <vt:lpstr>PowerPoint Presentation</vt:lpstr>
      <vt:lpstr>Methods</vt:lpstr>
      <vt:lpstr>Additive feature attribution methods</vt:lpstr>
      <vt:lpstr>Perturbation</vt:lpstr>
      <vt:lpstr>Perturbation</vt:lpstr>
      <vt:lpstr>Lime [1] </vt:lpstr>
      <vt:lpstr>Lime</vt:lpstr>
      <vt:lpstr>Shap [2]</vt:lpstr>
      <vt:lpstr>Shap</vt:lpstr>
      <vt:lpstr>NDCG?</vt:lpstr>
      <vt:lpstr>Faithfulness</vt:lpstr>
      <vt:lpstr>Synthetic data generation</vt:lpstr>
      <vt:lpstr>Experimental setup</vt:lpstr>
      <vt:lpstr>Simulated user experiments</vt:lpstr>
      <vt:lpstr>Data</vt:lpstr>
      <vt:lpstr>Lime experiment 5.2   ”Are explanations faithful to the model”</vt:lpstr>
      <vt:lpstr>Lime experiment 5.2 </vt:lpstr>
      <vt:lpstr>Experiment 5.2 - improvements</vt:lpstr>
      <vt:lpstr>Lime experiment 5.3   ”Should I trust this prediction”</vt:lpstr>
      <vt:lpstr>Lime experiment 5.3</vt:lpstr>
      <vt:lpstr>Experiment 5.3 - improvements</vt:lpstr>
      <vt:lpstr>Results &amp; Conclusion</vt:lpstr>
      <vt:lpstr>Experiment 5.2 - NDCG</vt:lpstr>
      <vt:lpstr>Experiment 5.2 - Faithfulness</vt:lpstr>
      <vt:lpstr>Experiment 5.3 - Adjusted F1</vt:lpstr>
      <vt:lpstr>Experiment 5.3 - Adjusted F1</vt:lpstr>
      <vt:lpstr>Conclusion</vt:lpstr>
      <vt:lpstr>Conclusion</vt:lpstr>
      <vt:lpstr>Conclusion</vt:lpstr>
      <vt:lpstr>Discussion &amp; Future work</vt:lpstr>
      <vt:lpstr>Discussion</vt:lpstr>
      <vt:lpstr>Future work</vt:lpstr>
      <vt:lpstr>References</vt:lpstr>
      <vt:lpstr>References</vt:lpstr>
      <vt:lpstr>INSERT QUOTE at 40pt min 36pt MAX 4 LINES AS SE ENIOLESTOTATE CON RAERUM ES INI EREPUDI ODIT EHENDIAM EUM.</vt:lpstr>
      <vt:lpstr>“THIS IS A BRIEF BUT IMPACTFUL QUOTE THAT CAN ALSO INCLUDE COLOR TO MAKE YOUR POINT.”</vt:lpstr>
      <vt:lpstr>INSERT MAIN TITLE  AT 36PT MIN 30PT</vt:lpstr>
      <vt:lpstr>BRIAN  WHIPPLE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Maas, Marnix</dc:creator>
  <cp:lastModifiedBy>marnix maas</cp:lastModifiedBy>
  <cp:revision>3</cp:revision>
  <dcterms:created xsi:type="dcterms:W3CDTF">2020-03-02T12:37:50Z</dcterms:created>
  <dcterms:modified xsi:type="dcterms:W3CDTF">2020-03-03T16:30:40Z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1bc0f418-96a4-4caf-9d7c-ccc5ec7f9d91_Enabled">
    <vt:lpwstr>true</vt:lpwstr>
  </property>
  <property fmtid="{D5CDD505-2E9C-101B-9397-08002B2CF9AE}" pid="3" name="MSIP_Label_1bc0f418-96a4-4caf-9d7c-ccc5ec7f9d91_SetDate">
    <vt:lpwstr>2020-03-02T12:37:57Z</vt:lpwstr>
  </property>
  <property fmtid="{D5CDD505-2E9C-101B-9397-08002B2CF9AE}" pid="4" name="MSIP_Label_1bc0f418-96a4-4caf-9d7c-ccc5ec7f9d91_Method">
    <vt:lpwstr>Privileged</vt:lpwstr>
  </property>
  <property fmtid="{D5CDD505-2E9C-101B-9397-08002B2CF9AE}" pid="5" name="MSIP_Label_1bc0f418-96a4-4caf-9d7c-ccc5ec7f9d91_Name">
    <vt:lpwstr>1bc0f418-96a4-4caf-9d7c-ccc5ec7f9d91</vt:lpwstr>
  </property>
  <property fmtid="{D5CDD505-2E9C-101B-9397-08002B2CF9AE}" pid="6" name="MSIP_Label_1bc0f418-96a4-4caf-9d7c-ccc5ec7f9d91_SiteId">
    <vt:lpwstr>e0793d39-0939-496d-b129-198edd916feb</vt:lpwstr>
  </property>
  <property fmtid="{D5CDD505-2E9C-101B-9397-08002B2CF9AE}" pid="7" name="MSIP_Label_1bc0f418-96a4-4caf-9d7c-ccc5ec7f9d91_ActionId">
    <vt:lpwstr>c6e29536-9639-4cb5-9c41-0000482e5967</vt:lpwstr>
  </property>
  <property fmtid="{D5CDD505-2E9C-101B-9397-08002B2CF9AE}" pid="8" name="MSIP_Label_1bc0f418-96a4-4caf-9d7c-ccc5ec7f9d91_ContentBits">
    <vt:lpwstr>0</vt:lpwstr>
  </property>
</Properties>
</file>