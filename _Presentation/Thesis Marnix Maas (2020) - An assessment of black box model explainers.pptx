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1007" r:id="rId2"/>
    <p:sldId id="1115" r:id="rId3"/>
    <p:sldId id="1026" r:id="rId4"/>
    <p:sldId id="1130" r:id="rId5"/>
    <p:sldId id="1047" r:id="rId6"/>
    <p:sldId id="1048" r:id="rId7"/>
    <p:sldId id="1049" r:id="rId8"/>
    <p:sldId id="1131" r:id="rId9"/>
    <p:sldId id="1132" r:id="rId10"/>
    <p:sldId id="944" r:id="rId11"/>
    <p:sldId id="1134" r:id="rId12"/>
    <p:sldId id="1135" r:id="rId13"/>
    <p:sldId id="1137" r:id="rId14"/>
    <p:sldId id="936" r:id="rId15"/>
    <p:sldId id="995" r:id="rId16"/>
    <p:sldId id="1128" r:id="rId17"/>
    <p:sldId id="1096" r:id="rId18"/>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as, Marnix" initials="MM" lastIdx="1" clrIdx="0">
    <p:extLst>
      <p:ext uri="{19B8F6BF-5375-455C-9EA6-DF929625EA0E}">
        <p15:presenceInfo xmlns:p15="http://schemas.microsoft.com/office/powerpoint/2012/main" userId="S::marnix.maas@accenture.com::f92e1d55-13e3-43f5-80ed-45d1ecf624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93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672F72-5FF7-455D-BE09-4ED3D5C97442}" v="75" dt="2020-03-02T14:42:17.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01" autoAdjust="0"/>
    <p:restoredTop sz="94660"/>
  </p:normalViewPr>
  <p:slideViewPr>
    <p:cSldViewPr snapToGrid="0">
      <p:cViewPr varScale="1">
        <p:scale>
          <a:sx n="81" d="100"/>
          <a:sy n="81"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as, Marnix" userId="f92e1d55-13e3-43f5-80ed-45d1ecf62407" providerId="ADAL" clId="{3F672F72-5FF7-455D-BE09-4ED3D5C97442}"/>
    <pc:docChg chg="undo redo custSel addSld delSld modSld sldOrd modMainMaster">
      <pc:chgData name="Maas, Marnix" userId="f92e1d55-13e3-43f5-80ed-45d1ecf62407" providerId="ADAL" clId="{3F672F72-5FF7-455D-BE09-4ED3D5C97442}" dt="2020-03-02T14:42:56.574" v="1690" actId="2696"/>
      <pc:docMkLst>
        <pc:docMk/>
      </pc:docMkLst>
      <pc:sldChg chg="add">
        <pc:chgData name="Maas, Marnix" userId="f92e1d55-13e3-43f5-80ed-45d1ecf62407" providerId="ADAL" clId="{3F672F72-5FF7-455D-BE09-4ED3D5C97442}" dt="2020-03-02T12:42:50.100" v="14"/>
        <pc:sldMkLst>
          <pc:docMk/>
          <pc:sldMk cId="4003187382" sldId="936"/>
        </pc:sldMkLst>
      </pc:sldChg>
      <pc:sldChg chg="delSp modSp add setBg">
        <pc:chgData name="Maas, Marnix" userId="f92e1d55-13e3-43f5-80ed-45d1ecf62407" providerId="ADAL" clId="{3F672F72-5FF7-455D-BE09-4ED3D5C97442}" dt="2020-03-02T14:40:20.195" v="1445" actId="14100"/>
        <pc:sldMkLst>
          <pc:docMk/>
          <pc:sldMk cId="4142772662" sldId="944"/>
        </pc:sldMkLst>
        <pc:spChg chg="del">
          <ac:chgData name="Maas, Marnix" userId="f92e1d55-13e3-43f5-80ed-45d1ecf62407" providerId="ADAL" clId="{3F672F72-5FF7-455D-BE09-4ED3D5C97442}" dt="2020-03-02T14:39:58.676" v="1441" actId="478"/>
          <ac:spMkLst>
            <pc:docMk/>
            <pc:sldMk cId="4142772662" sldId="944"/>
            <ac:spMk id="2" creationId="{50E95C8E-1140-F044-A410-09311E7533D4}"/>
          </ac:spMkLst>
        </pc:spChg>
        <pc:spChg chg="mod">
          <ac:chgData name="Maas, Marnix" userId="f92e1d55-13e3-43f5-80ed-45d1ecf62407" providerId="ADAL" clId="{3F672F72-5FF7-455D-BE09-4ED3D5C97442}" dt="2020-03-02T14:40:20.195" v="1445" actId="14100"/>
          <ac:spMkLst>
            <pc:docMk/>
            <pc:sldMk cId="4142772662" sldId="944"/>
            <ac:spMk id="3" creationId="{572483A1-64B6-CD40-A3EC-DC33036ACA34}"/>
          </ac:spMkLst>
        </pc:spChg>
        <pc:spChg chg="mod">
          <ac:chgData name="Maas, Marnix" userId="f92e1d55-13e3-43f5-80ed-45d1ecf62407" providerId="ADAL" clId="{3F672F72-5FF7-455D-BE09-4ED3D5C97442}" dt="2020-03-02T14:39:48.532" v="1439" actId="20577"/>
          <ac:spMkLst>
            <pc:docMk/>
            <pc:sldMk cId="4142772662" sldId="944"/>
            <ac:spMk id="5" creationId="{3F34CA1B-F09A-CA40-8E0C-689999086449}"/>
          </ac:spMkLst>
        </pc:spChg>
        <pc:spChg chg="mod">
          <ac:chgData name="Maas, Marnix" userId="f92e1d55-13e3-43f5-80ed-45d1ecf62407" providerId="ADAL" clId="{3F672F72-5FF7-455D-BE09-4ED3D5C97442}" dt="2020-03-02T14:39:08.803" v="1386" actId="20577"/>
          <ac:spMkLst>
            <pc:docMk/>
            <pc:sldMk cId="4142772662" sldId="944"/>
            <ac:spMk id="26" creationId="{38CB3D8A-940A-304B-9647-4026C3D1B3BA}"/>
          </ac:spMkLst>
        </pc:spChg>
      </pc:sldChg>
      <pc:sldChg chg="add">
        <pc:chgData name="Maas, Marnix" userId="f92e1d55-13e3-43f5-80ed-45d1ecf62407" providerId="ADAL" clId="{3F672F72-5FF7-455D-BE09-4ED3D5C97442}" dt="2020-03-02T12:43:11.522" v="15"/>
        <pc:sldMkLst>
          <pc:docMk/>
          <pc:sldMk cId="202111143" sldId="995"/>
        </pc:sldMkLst>
      </pc:sldChg>
      <pc:sldChg chg="addSp delSp modSp add">
        <pc:chgData name="Maas, Marnix" userId="f92e1d55-13e3-43f5-80ed-45d1ecf62407" providerId="ADAL" clId="{3F672F72-5FF7-455D-BE09-4ED3D5C97442}" dt="2020-03-02T12:57:57.573" v="294" actId="1076"/>
        <pc:sldMkLst>
          <pc:docMk/>
          <pc:sldMk cId="3160797449" sldId="1007"/>
        </pc:sldMkLst>
        <pc:spChg chg="del mod">
          <ac:chgData name="Maas, Marnix" userId="f92e1d55-13e3-43f5-80ed-45d1ecf62407" providerId="ADAL" clId="{3F672F72-5FF7-455D-BE09-4ED3D5C97442}" dt="2020-03-02T12:56:42.558" v="279" actId="478"/>
          <ac:spMkLst>
            <pc:docMk/>
            <pc:sldMk cId="3160797449" sldId="1007"/>
            <ac:spMk id="2" creationId="{CCAD49A6-CC03-6F4A-922D-740939406532}"/>
          </ac:spMkLst>
        </pc:spChg>
        <pc:spChg chg="add del mod">
          <ac:chgData name="Maas, Marnix" userId="f92e1d55-13e3-43f5-80ed-45d1ecf62407" providerId="ADAL" clId="{3F672F72-5FF7-455D-BE09-4ED3D5C97442}" dt="2020-03-02T12:57:39.227" v="291" actId="478"/>
          <ac:spMkLst>
            <pc:docMk/>
            <pc:sldMk cId="3160797449" sldId="1007"/>
            <ac:spMk id="3" creationId="{48274B14-AD4D-44E1-8D5B-1A6C73973A84}"/>
          </ac:spMkLst>
        </pc:spChg>
        <pc:spChg chg="add del mod">
          <ac:chgData name="Maas, Marnix" userId="f92e1d55-13e3-43f5-80ed-45d1ecf62407" providerId="ADAL" clId="{3F672F72-5FF7-455D-BE09-4ED3D5C97442}" dt="2020-03-02T12:56:46.576" v="282" actId="478"/>
          <ac:spMkLst>
            <pc:docMk/>
            <pc:sldMk cId="3160797449" sldId="1007"/>
            <ac:spMk id="5" creationId="{74231D90-9B07-491E-8C29-06997FD3D577}"/>
          </ac:spMkLst>
        </pc:spChg>
        <pc:spChg chg="add del">
          <ac:chgData name="Maas, Marnix" userId="f92e1d55-13e3-43f5-80ed-45d1ecf62407" providerId="ADAL" clId="{3F672F72-5FF7-455D-BE09-4ED3D5C97442}" dt="2020-03-02T12:56:44.876" v="281"/>
          <ac:spMkLst>
            <pc:docMk/>
            <pc:sldMk cId="3160797449" sldId="1007"/>
            <ac:spMk id="6" creationId="{601C68FD-834A-4B7B-B3F2-DD63014C33B5}"/>
          </ac:spMkLst>
        </pc:spChg>
        <pc:spChg chg="add del">
          <ac:chgData name="Maas, Marnix" userId="f92e1d55-13e3-43f5-80ed-45d1ecf62407" providerId="ADAL" clId="{3F672F72-5FF7-455D-BE09-4ED3D5C97442}" dt="2020-03-02T12:57:05.607" v="288"/>
          <ac:spMkLst>
            <pc:docMk/>
            <pc:sldMk cId="3160797449" sldId="1007"/>
            <ac:spMk id="9" creationId="{59C4B99E-61BA-4F11-8AFC-FA1A2F2F2FF9}"/>
          </ac:spMkLst>
        </pc:spChg>
        <pc:picChg chg="add del mod">
          <ac:chgData name="Maas, Marnix" userId="f92e1d55-13e3-43f5-80ed-45d1ecf62407" providerId="ADAL" clId="{3F672F72-5FF7-455D-BE09-4ED3D5C97442}" dt="2020-03-02T12:57:00.232" v="286"/>
          <ac:picMkLst>
            <pc:docMk/>
            <pc:sldMk cId="3160797449" sldId="1007"/>
            <ac:picMk id="7" creationId="{C9A8FD12-13DD-4919-8888-380A8E8A7E10}"/>
          </ac:picMkLst>
        </pc:picChg>
        <pc:picChg chg="add del">
          <ac:chgData name="Maas, Marnix" userId="f92e1d55-13e3-43f5-80ed-45d1ecf62407" providerId="ADAL" clId="{3F672F72-5FF7-455D-BE09-4ED3D5C97442}" dt="2020-03-02T12:57:05.607" v="288"/>
          <ac:picMkLst>
            <pc:docMk/>
            <pc:sldMk cId="3160797449" sldId="1007"/>
            <ac:picMk id="8" creationId="{DD89F32C-B7DF-4BF6-9047-65A82C49EDD0}"/>
          </ac:picMkLst>
        </pc:picChg>
        <pc:picChg chg="add mod">
          <ac:chgData name="Maas, Marnix" userId="f92e1d55-13e3-43f5-80ed-45d1ecf62407" providerId="ADAL" clId="{3F672F72-5FF7-455D-BE09-4ED3D5C97442}" dt="2020-03-02T12:57:30.478" v="290" actId="1076"/>
          <ac:picMkLst>
            <pc:docMk/>
            <pc:sldMk cId="3160797449" sldId="1007"/>
            <ac:picMk id="10" creationId="{A6E59192-557A-46EA-A98B-4A8D3DD60B43}"/>
          </ac:picMkLst>
        </pc:picChg>
        <pc:picChg chg="add mod">
          <ac:chgData name="Maas, Marnix" userId="f92e1d55-13e3-43f5-80ed-45d1ecf62407" providerId="ADAL" clId="{3F672F72-5FF7-455D-BE09-4ED3D5C97442}" dt="2020-03-02T12:57:57.573" v="294" actId="1076"/>
          <ac:picMkLst>
            <pc:docMk/>
            <pc:sldMk cId="3160797449" sldId="1007"/>
            <ac:picMk id="11" creationId="{1654CF2D-63DE-4B6B-968B-E03542068C67}"/>
          </ac:picMkLst>
        </pc:picChg>
      </pc:sldChg>
      <pc:sldChg chg="add del">
        <pc:chgData name="Maas, Marnix" userId="f92e1d55-13e3-43f5-80ed-45d1ecf62407" providerId="ADAL" clId="{3F672F72-5FF7-455D-BE09-4ED3D5C97442}" dt="2020-03-02T12:40:23.620" v="5" actId="2696"/>
        <pc:sldMkLst>
          <pc:docMk/>
          <pc:sldMk cId="3664153938" sldId="1008"/>
        </pc:sldMkLst>
      </pc:sldChg>
      <pc:sldChg chg="add del">
        <pc:chgData name="Maas, Marnix" userId="f92e1d55-13e3-43f5-80ed-45d1ecf62407" providerId="ADAL" clId="{3F672F72-5FF7-455D-BE09-4ED3D5C97442}" dt="2020-03-02T12:40:24.381" v="6" actId="2696"/>
        <pc:sldMkLst>
          <pc:docMk/>
          <pc:sldMk cId="3110003394" sldId="1009"/>
        </pc:sldMkLst>
      </pc:sldChg>
      <pc:sldChg chg="delSp modSp add ord setBg">
        <pc:chgData name="Maas, Marnix" userId="f92e1d55-13e3-43f5-80ed-45d1ecf62407" providerId="ADAL" clId="{3F672F72-5FF7-455D-BE09-4ED3D5C97442}" dt="2020-03-02T14:17:43.329" v="504" actId="20577"/>
        <pc:sldMkLst>
          <pc:docMk/>
          <pc:sldMk cId="3490496644" sldId="1026"/>
        </pc:sldMkLst>
        <pc:spChg chg="mod">
          <ac:chgData name="Maas, Marnix" userId="f92e1d55-13e3-43f5-80ed-45d1ecf62407" providerId="ADAL" clId="{3F672F72-5FF7-455D-BE09-4ED3D5C97442}" dt="2020-03-02T14:11:54.781" v="476" actId="1076"/>
          <ac:spMkLst>
            <pc:docMk/>
            <pc:sldMk cId="3490496644" sldId="1026"/>
            <ac:spMk id="2" creationId="{4A8B7C58-B337-CB40-A3E4-673AC778FDAB}"/>
          </ac:spMkLst>
        </pc:spChg>
        <pc:spChg chg="mod">
          <ac:chgData name="Maas, Marnix" userId="f92e1d55-13e3-43f5-80ed-45d1ecf62407" providerId="ADAL" clId="{3F672F72-5FF7-455D-BE09-4ED3D5C97442}" dt="2020-03-02T14:11:54.781" v="476" actId="1076"/>
          <ac:spMkLst>
            <pc:docMk/>
            <pc:sldMk cId="3490496644" sldId="1026"/>
            <ac:spMk id="3" creationId="{ECBCD90C-7A87-1543-B33F-85190C5AFDE3}"/>
          </ac:spMkLst>
        </pc:spChg>
        <pc:spChg chg="del mod">
          <ac:chgData name="Maas, Marnix" userId="f92e1d55-13e3-43f5-80ed-45d1ecf62407" providerId="ADAL" clId="{3F672F72-5FF7-455D-BE09-4ED3D5C97442}" dt="2020-03-02T14:09:55.290" v="354" actId="478"/>
          <ac:spMkLst>
            <pc:docMk/>
            <pc:sldMk cId="3490496644" sldId="1026"/>
            <ac:spMk id="4" creationId="{DFE5D233-A53C-894A-903B-371C674BC8B1}"/>
          </ac:spMkLst>
        </pc:spChg>
        <pc:spChg chg="mod">
          <ac:chgData name="Maas, Marnix" userId="f92e1d55-13e3-43f5-80ed-45d1ecf62407" providerId="ADAL" clId="{3F672F72-5FF7-455D-BE09-4ED3D5C97442}" dt="2020-03-02T14:11:54.781" v="476" actId="1076"/>
          <ac:spMkLst>
            <pc:docMk/>
            <pc:sldMk cId="3490496644" sldId="1026"/>
            <ac:spMk id="5" creationId="{96CCD06E-C018-1A4F-A3A5-C5634F774C21}"/>
          </ac:spMkLst>
        </pc:spChg>
        <pc:spChg chg="mod">
          <ac:chgData name="Maas, Marnix" userId="f92e1d55-13e3-43f5-80ed-45d1ecf62407" providerId="ADAL" clId="{3F672F72-5FF7-455D-BE09-4ED3D5C97442}" dt="2020-03-02T14:11:54.781" v="476" actId="1076"/>
          <ac:spMkLst>
            <pc:docMk/>
            <pc:sldMk cId="3490496644" sldId="1026"/>
            <ac:spMk id="6" creationId="{0F634F76-387D-9D48-9388-5E0FEF300497}"/>
          </ac:spMkLst>
        </pc:spChg>
        <pc:spChg chg="del mod">
          <ac:chgData name="Maas, Marnix" userId="f92e1d55-13e3-43f5-80ed-45d1ecf62407" providerId="ADAL" clId="{3F672F72-5FF7-455D-BE09-4ED3D5C97442}" dt="2020-03-02T14:09:55.290" v="354" actId="478"/>
          <ac:spMkLst>
            <pc:docMk/>
            <pc:sldMk cId="3490496644" sldId="1026"/>
            <ac:spMk id="7" creationId="{4516F779-8925-1C46-ACBD-A6E06C156668}"/>
          </ac:spMkLst>
        </pc:spChg>
        <pc:spChg chg="mod">
          <ac:chgData name="Maas, Marnix" userId="f92e1d55-13e3-43f5-80ed-45d1ecf62407" providerId="ADAL" clId="{3F672F72-5FF7-455D-BE09-4ED3D5C97442}" dt="2020-03-02T14:11:54.781" v="476" actId="1076"/>
          <ac:spMkLst>
            <pc:docMk/>
            <pc:sldMk cId="3490496644" sldId="1026"/>
            <ac:spMk id="8" creationId="{1E5BE115-EDC1-834A-B256-D23AE8D37550}"/>
          </ac:spMkLst>
        </pc:spChg>
        <pc:spChg chg="mod">
          <ac:chgData name="Maas, Marnix" userId="f92e1d55-13e3-43f5-80ed-45d1ecf62407" providerId="ADAL" clId="{3F672F72-5FF7-455D-BE09-4ED3D5C97442}" dt="2020-03-02T14:11:54.781" v="476" actId="1076"/>
          <ac:spMkLst>
            <pc:docMk/>
            <pc:sldMk cId="3490496644" sldId="1026"/>
            <ac:spMk id="9" creationId="{2BB1D85D-20F3-9C4F-897E-9619DF731418}"/>
          </ac:spMkLst>
        </pc:spChg>
        <pc:spChg chg="del mod">
          <ac:chgData name="Maas, Marnix" userId="f92e1d55-13e3-43f5-80ed-45d1ecf62407" providerId="ADAL" clId="{3F672F72-5FF7-455D-BE09-4ED3D5C97442}" dt="2020-03-02T14:09:55.290" v="354" actId="478"/>
          <ac:spMkLst>
            <pc:docMk/>
            <pc:sldMk cId="3490496644" sldId="1026"/>
            <ac:spMk id="10" creationId="{CBA72144-2204-6E4D-8F3F-A28871E7BC2E}"/>
          </ac:spMkLst>
        </pc:spChg>
        <pc:spChg chg="mod">
          <ac:chgData name="Maas, Marnix" userId="f92e1d55-13e3-43f5-80ed-45d1ecf62407" providerId="ADAL" clId="{3F672F72-5FF7-455D-BE09-4ED3D5C97442}" dt="2020-03-02T14:11:54.781" v="476" actId="1076"/>
          <ac:spMkLst>
            <pc:docMk/>
            <pc:sldMk cId="3490496644" sldId="1026"/>
            <ac:spMk id="11" creationId="{6368DED1-FC48-9646-9AE1-98FBDE75636B}"/>
          </ac:spMkLst>
        </pc:spChg>
        <pc:spChg chg="mod">
          <ac:chgData name="Maas, Marnix" userId="f92e1d55-13e3-43f5-80ed-45d1ecf62407" providerId="ADAL" clId="{3F672F72-5FF7-455D-BE09-4ED3D5C97442}" dt="2020-03-02T14:11:54.781" v="476" actId="1076"/>
          <ac:spMkLst>
            <pc:docMk/>
            <pc:sldMk cId="3490496644" sldId="1026"/>
            <ac:spMk id="12" creationId="{050D1E82-1734-A149-A89A-5B47702C2169}"/>
          </ac:spMkLst>
        </pc:spChg>
        <pc:spChg chg="del mod">
          <ac:chgData name="Maas, Marnix" userId="f92e1d55-13e3-43f5-80ed-45d1ecf62407" providerId="ADAL" clId="{3F672F72-5FF7-455D-BE09-4ED3D5C97442}" dt="2020-03-02T14:09:55.290" v="354" actId="478"/>
          <ac:spMkLst>
            <pc:docMk/>
            <pc:sldMk cId="3490496644" sldId="1026"/>
            <ac:spMk id="13" creationId="{CCFD5118-A439-2941-B496-8D30FB414D98}"/>
          </ac:spMkLst>
        </pc:spChg>
        <pc:spChg chg="mod">
          <ac:chgData name="Maas, Marnix" userId="f92e1d55-13e3-43f5-80ed-45d1ecf62407" providerId="ADAL" clId="{3F672F72-5FF7-455D-BE09-4ED3D5C97442}" dt="2020-03-02T14:11:54.781" v="476" actId="1076"/>
          <ac:spMkLst>
            <pc:docMk/>
            <pc:sldMk cId="3490496644" sldId="1026"/>
            <ac:spMk id="14" creationId="{603B5128-3558-E141-A343-6EBD1B76A2EC}"/>
          </ac:spMkLst>
        </pc:spChg>
        <pc:spChg chg="mod">
          <ac:chgData name="Maas, Marnix" userId="f92e1d55-13e3-43f5-80ed-45d1ecf62407" providerId="ADAL" clId="{3F672F72-5FF7-455D-BE09-4ED3D5C97442}" dt="2020-03-02T14:11:54.781" v="476" actId="1076"/>
          <ac:spMkLst>
            <pc:docMk/>
            <pc:sldMk cId="3490496644" sldId="1026"/>
            <ac:spMk id="15" creationId="{B2AA7654-6018-0249-950E-73A7F89732AA}"/>
          </ac:spMkLst>
        </pc:spChg>
        <pc:spChg chg="del mod">
          <ac:chgData name="Maas, Marnix" userId="f92e1d55-13e3-43f5-80ed-45d1ecf62407" providerId="ADAL" clId="{3F672F72-5FF7-455D-BE09-4ED3D5C97442}" dt="2020-03-02T14:09:55.290" v="354" actId="478"/>
          <ac:spMkLst>
            <pc:docMk/>
            <pc:sldMk cId="3490496644" sldId="1026"/>
            <ac:spMk id="16" creationId="{C11F367D-A038-A64D-9EC1-AEEAFE9CAAA5}"/>
          </ac:spMkLst>
        </pc:spChg>
        <pc:spChg chg="mod">
          <ac:chgData name="Maas, Marnix" userId="f92e1d55-13e3-43f5-80ed-45d1ecf62407" providerId="ADAL" clId="{3F672F72-5FF7-455D-BE09-4ED3D5C97442}" dt="2020-03-02T14:11:54.781" v="476" actId="1076"/>
          <ac:spMkLst>
            <pc:docMk/>
            <pc:sldMk cId="3490496644" sldId="1026"/>
            <ac:spMk id="17" creationId="{E4EC5137-5AFF-2C48-8BCF-B8D64C2BD883}"/>
          </ac:spMkLst>
        </pc:spChg>
        <pc:spChg chg="mod">
          <ac:chgData name="Maas, Marnix" userId="f92e1d55-13e3-43f5-80ed-45d1ecf62407" providerId="ADAL" clId="{3F672F72-5FF7-455D-BE09-4ED3D5C97442}" dt="2020-03-02T14:11:54.781" v="476" actId="1076"/>
          <ac:spMkLst>
            <pc:docMk/>
            <pc:sldMk cId="3490496644" sldId="1026"/>
            <ac:spMk id="18" creationId="{9FEBE275-99AA-0E49-8641-24BCA2FA108C}"/>
          </ac:spMkLst>
        </pc:spChg>
        <pc:spChg chg="del mod">
          <ac:chgData name="Maas, Marnix" userId="f92e1d55-13e3-43f5-80ed-45d1ecf62407" providerId="ADAL" clId="{3F672F72-5FF7-455D-BE09-4ED3D5C97442}" dt="2020-03-02T14:09:55.290" v="354" actId="478"/>
          <ac:spMkLst>
            <pc:docMk/>
            <pc:sldMk cId="3490496644" sldId="1026"/>
            <ac:spMk id="19" creationId="{A72B7565-ABB3-C749-9891-04FA25A71AF6}"/>
          </ac:spMkLst>
        </pc:spChg>
        <pc:spChg chg="mod">
          <ac:chgData name="Maas, Marnix" userId="f92e1d55-13e3-43f5-80ed-45d1ecf62407" providerId="ADAL" clId="{3F672F72-5FF7-455D-BE09-4ED3D5C97442}" dt="2020-03-02T14:17:43.329" v="504" actId="20577"/>
          <ac:spMkLst>
            <pc:docMk/>
            <pc:sldMk cId="3490496644" sldId="1026"/>
            <ac:spMk id="20" creationId="{5683FEC8-E062-8B40-9226-C407B5421DFE}"/>
          </ac:spMkLst>
        </pc:spChg>
        <pc:spChg chg="del mod">
          <ac:chgData name="Maas, Marnix" userId="f92e1d55-13e3-43f5-80ed-45d1ecf62407" providerId="ADAL" clId="{3F672F72-5FF7-455D-BE09-4ED3D5C97442}" dt="2020-03-02T14:10:05.134" v="356" actId="478"/>
          <ac:spMkLst>
            <pc:docMk/>
            <pc:sldMk cId="3490496644" sldId="1026"/>
            <ac:spMk id="23" creationId="{4893DBE9-37EF-A749-B137-922972BC46A2}"/>
          </ac:spMkLst>
        </pc:spChg>
        <pc:spChg chg="mod">
          <ac:chgData name="Maas, Marnix" userId="f92e1d55-13e3-43f5-80ed-45d1ecf62407" providerId="ADAL" clId="{3F672F72-5FF7-455D-BE09-4ED3D5C97442}" dt="2020-03-02T12:47:14.117" v="21" actId="207"/>
          <ac:spMkLst>
            <pc:docMk/>
            <pc:sldMk cId="3490496644" sldId="1026"/>
            <ac:spMk id="24" creationId="{4D34D136-D983-B649-A770-B71844EED4EE}"/>
          </ac:spMkLst>
        </pc:spChg>
      </pc:sldChg>
      <pc:sldChg chg="addSp delSp modSp add">
        <pc:chgData name="Maas, Marnix" userId="f92e1d55-13e3-43f5-80ed-45d1ecf62407" providerId="ADAL" clId="{3F672F72-5FF7-455D-BE09-4ED3D5C97442}" dt="2020-03-02T14:28:17.814" v="936" actId="478"/>
        <pc:sldMkLst>
          <pc:docMk/>
          <pc:sldMk cId="1657932373" sldId="1047"/>
        </pc:sldMkLst>
        <pc:spChg chg="del">
          <ac:chgData name="Maas, Marnix" userId="f92e1d55-13e3-43f5-80ed-45d1ecf62407" providerId="ADAL" clId="{3F672F72-5FF7-455D-BE09-4ED3D5C97442}" dt="2020-03-02T14:25:52.314" v="908" actId="478"/>
          <ac:spMkLst>
            <pc:docMk/>
            <pc:sldMk cId="1657932373" sldId="1047"/>
            <ac:spMk id="2" creationId="{31356D5C-FFB4-5440-B118-9267CF305578}"/>
          </ac:spMkLst>
        </pc:spChg>
        <pc:spChg chg="mod">
          <ac:chgData name="Maas, Marnix" userId="f92e1d55-13e3-43f5-80ed-45d1ecf62407" providerId="ADAL" clId="{3F672F72-5FF7-455D-BE09-4ED3D5C97442}" dt="2020-03-02T14:19:26.946" v="585" actId="20577"/>
          <ac:spMkLst>
            <pc:docMk/>
            <pc:sldMk cId="1657932373" sldId="1047"/>
            <ac:spMk id="5" creationId="{F430353E-471C-D848-B056-834854BADE61}"/>
          </ac:spMkLst>
        </pc:spChg>
        <pc:spChg chg="mod">
          <ac:chgData name="Maas, Marnix" userId="f92e1d55-13e3-43f5-80ed-45d1ecf62407" providerId="ADAL" clId="{3F672F72-5FF7-455D-BE09-4ED3D5C97442}" dt="2020-03-02T14:23:14.116" v="802" actId="20577"/>
          <ac:spMkLst>
            <pc:docMk/>
            <pc:sldMk cId="1657932373" sldId="1047"/>
            <ac:spMk id="6" creationId="{6DCE1A3C-8351-F942-BAF4-09AF4263B156}"/>
          </ac:spMkLst>
        </pc:spChg>
        <pc:spChg chg="mod">
          <ac:chgData name="Maas, Marnix" userId="f92e1d55-13e3-43f5-80ed-45d1ecf62407" providerId="ADAL" clId="{3F672F72-5FF7-455D-BE09-4ED3D5C97442}" dt="2020-03-02T14:23:43.523" v="807" actId="1076"/>
          <ac:spMkLst>
            <pc:docMk/>
            <pc:sldMk cId="1657932373" sldId="1047"/>
            <ac:spMk id="7" creationId="{DADF8CC9-3818-E540-9147-C9F070384F72}"/>
          </ac:spMkLst>
        </pc:spChg>
        <pc:spChg chg="mod">
          <ac:chgData name="Maas, Marnix" userId="f92e1d55-13e3-43f5-80ed-45d1ecf62407" providerId="ADAL" clId="{3F672F72-5FF7-455D-BE09-4ED3D5C97442}" dt="2020-03-02T14:19:33.922" v="586" actId="20577"/>
          <ac:spMkLst>
            <pc:docMk/>
            <pc:sldMk cId="1657932373" sldId="1047"/>
            <ac:spMk id="8" creationId="{FEF02853-F947-524E-BCD7-9E15B380C94E}"/>
          </ac:spMkLst>
        </pc:spChg>
        <pc:spChg chg="del mod">
          <ac:chgData name="Maas, Marnix" userId="f92e1d55-13e3-43f5-80ed-45d1ecf62407" providerId="ADAL" clId="{3F672F72-5FF7-455D-BE09-4ED3D5C97442}" dt="2020-03-02T14:13:04.308" v="482" actId="478"/>
          <ac:spMkLst>
            <pc:docMk/>
            <pc:sldMk cId="1657932373" sldId="1047"/>
            <ac:spMk id="9" creationId="{49D10631-1C50-0C4F-B0F9-088927F9F313}"/>
          </ac:spMkLst>
        </pc:spChg>
        <pc:spChg chg="add del mod">
          <ac:chgData name="Maas, Marnix" userId="f92e1d55-13e3-43f5-80ed-45d1ecf62407" providerId="ADAL" clId="{3F672F72-5FF7-455D-BE09-4ED3D5C97442}" dt="2020-03-02T14:28:17.814" v="936" actId="478"/>
          <ac:spMkLst>
            <pc:docMk/>
            <pc:sldMk cId="1657932373" sldId="1047"/>
            <ac:spMk id="10" creationId="{2D39AC6B-6656-458E-9A20-524A3FC9A025}"/>
          </ac:spMkLst>
        </pc:spChg>
        <pc:picChg chg="mod">
          <ac:chgData name="Maas, Marnix" userId="f92e1d55-13e3-43f5-80ed-45d1ecf62407" providerId="ADAL" clId="{3F672F72-5FF7-455D-BE09-4ED3D5C97442}" dt="2020-03-02T14:23:32.237" v="805" actId="1076"/>
          <ac:picMkLst>
            <pc:docMk/>
            <pc:sldMk cId="1657932373" sldId="1047"/>
            <ac:picMk id="4" creationId="{CC63489A-53A1-C54E-AF09-52EBD1B39CFF}"/>
          </ac:picMkLst>
        </pc:picChg>
      </pc:sldChg>
      <pc:sldChg chg="delSp modSp add">
        <pc:chgData name="Maas, Marnix" userId="f92e1d55-13e3-43f5-80ed-45d1ecf62407" providerId="ADAL" clId="{3F672F72-5FF7-455D-BE09-4ED3D5C97442}" dt="2020-03-02T14:25:54.506" v="909" actId="478"/>
        <pc:sldMkLst>
          <pc:docMk/>
          <pc:sldMk cId="3582785381" sldId="1048"/>
        </pc:sldMkLst>
        <pc:spChg chg="del">
          <ac:chgData name="Maas, Marnix" userId="f92e1d55-13e3-43f5-80ed-45d1ecf62407" providerId="ADAL" clId="{3F672F72-5FF7-455D-BE09-4ED3D5C97442}" dt="2020-03-02T14:25:54.506" v="909" actId="478"/>
          <ac:spMkLst>
            <pc:docMk/>
            <pc:sldMk cId="3582785381" sldId="1048"/>
            <ac:spMk id="2" creationId="{5BCECC9E-9A44-3045-99AE-BE262F12B39B}"/>
          </ac:spMkLst>
        </pc:spChg>
        <pc:spChg chg="mod">
          <ac:chgData name="Maas, Marnix" userId="f92e1d55-13e3-43f5-80ed-45d1ecf62407" providerId="ADAL" clId="{3F672F72-5FF7-455D-BE09-4ED3D5C97442}" dt="2020-03-02T14:25:24.719" v="907" actId="20577"/>
          <ac:spMkLst>
            <pc:docMk/>
            <pc:sldMk cId="3582785381" sldId="1048"/>
            <ac:spMk id="5" creationId="{0065D296-A482-0D4D-91CA-E4FE8E18B435}"/>
          </ac:spMkLst>
        </pc:spChg>
        <pc:spChg chg="mod">
          <ac:chgData name="Maas, Marnix" userId="f92e1d55-13e3-43f5-80ed-45d1ecf62407" providerId="ADAL" clId="{3F672F72-5FF7-455D-BE09-4ED3D5C97442}" dt="2020-03-02T14:24:15.412" v="819" actId="20577"/>
          <ac:spMkLst>
            <pc:docMk/>
            <pc:sldMk cId="3582785381" sldId="1048"/>
            <ac:spMk id="6" creationId="{C0937FC6-3077-8741-A555-F62A00F75215}"/>
          </ac:spMkLst>
        </pc:spChg>
      </pc:sldChg>
      <pc:sldChg chg="delSp modSp add">
        <pc:chgData name="Maas, Marnix" userId="f92e1d55-13e3-43f5-80ed-45d1ecf62407" providerId="ADAL" clId="{3F672F72-5FF7-455D-BE09-4ED3D5C97442}" dt="2020-03-02T14:25:56.747" v="910" actId="478"/>
        <pc:sldMkLst>
          <pc:docMk/>
          <pc:sldMk cId="2792982355" sldId="1049"/>
        </pc:sldMkLst>
        <pc:spChg chg="del">
          <ac:chgData name="Maas, Marnix" userId="f92e1d55-13e3-43f5-80ed-45d1ecf62407" providerId="ADAL" clId="{3F672F72-5FF7-455D-BE09-4ED3D5C97442}" dt="2020-03-02T14:25:56.747" v="910" actId="478"/>
          <ac:spMkLst>
            <pc:docMk/>
            <pc:sldMk cId="2792982355" sldId="1049"/>
            <ac:spMk id="2" creationId="{BDE546D9-57DD-5F4A-9BDC-9BA9D5048A6D}"/>
          </ac:spMkLst>
        </pc:spChg>
        <pc:spChg chg="mod">
          <ac:chgData name="Maas, Marnix" userId="f92e1d55-13e3-43f5-80ed-45d1ecf62407" providerId="ADAL" clId="{3F672F72-5FF7-455D-BE09-4ED3D5C97442}" dt="2020-03-02T14:24:36.751" v="867" actId="20577"/>
          <ac:spMkLst>
            <pc:docMk/>
            <pc:sldMk cId="2792982355" sldId="1049"/>
            <ac:spMk id="12" creationId="{43685761-9929-FF4E-A42A-00C5D41F4E20}"/>
          </ac:spMkLst>
        </pc:spChg>
      </pc:sldChg>
      <pc:sldChg chg="add ord">
        <pc:chgData name="Maas, Marnix" userId="f92e1d55-13e3-43f5-80ed-45d1ecf62407" providerId="ADAL" clId="{3F672F72-5FF7-455D-BE09-4ED3D5C97442}" dt="2020-03-02T12:45:55.208" v="19"/>
        <pc:sldMkLst>
          <pc:docMk/>
          <pc:sldMk cId="2964318967" sldId="1096"/>
        </pc:sldMkLst>
      </pc:sldChg>
      <pc:sldChg chg="addSp delSp add del">
        <pc:chgData name="Maas, Marnix" userId="f92e1d55-13e3-43f5-80ed-45d1ecf62407" providerId="ADAL" clId="{3F672F72-5FF7-455D-BE09-4ED3D5C97442}" dt="2020-03-02T12:40:36.514" v="10" actId="2696"/>
        <pc:sldMkLst>
          <pc:docMk/>
          <pc:sldMk cId="1022208757" sldId="1114"/>
        </pc:sldMkLst>
        <pc:picChg chg="add del">
          <ac:chgData name="Maas, Marnix" userId="f92e1d55-13e3-43f5-80ed-45d1ecf62407" providerId="ADAL" clId="{3F672F72-5FF7-455D-BE09-4ED3D5C97442}" dt="2020-03-02T12:40:27.263" v="8" actId="478"/>
          <ac:picMkLst>
            <pc:docMk/>
            <pc:sldMk cId="1022208757" sldId="1114"/>
            <ac:picMk id="5" creationId="{AF28E942-0F79-4964-829E-13284EE69332}"/>
          </ac:picMkLst>
        </pc:picChg>
      </pc:sldChg>
      <pc:sldChg chg="addSp delSp modSp add ord setBg">
        <pc:chgData name="Maas, Marnix" userId="f92e1d55-13e3-43f5-80ed-45d1ecf62407" providerId="ADAL" clId="{3F672F72-5FF7-455D-BE09-4ED3D5C97442}" dt="2020-03-02T14:15:10.242" v="484" actId="1076"/>
        <pc:sldMkLst>
          <pc:docMk/>
          <pc:sldMk cId="1395436067" sldId="1115"/>
        </pc:sldMkLst>
        <pc:spChg chg="del">
          <ac:chgData name="Maas, Marnix" userId="f92e1d55-13e3-43f5-80ed-45d1ecf62407" providerId="ADAL" clId="{3F672F72-5FF7-455D-BE09-4ED3D5C97442}" dt="2020-03-02T12:51:52.645" v="149" actId="478"/>
          <ac:spMkLst>
            <pc:docMk/>
            <pc:sldMk cId="1395436067" sldId="1115"/>
            <ac:spMk id="2" creationId="{449963CB-DC07-4F49-BA66-9F6490CB61CA}"/>
          </ac:spMkLst>
        </pc:spChg>
        <pc:spChg chg="mod">
          <ac:chgData name="Maas, Marnix" userId="f92e1d55-13e3-43f5-80ed-45d1ecf62407" providerId="ADAL" clId="{3F672F72-5FF7-455D-BE09-4ED3D5C97442}" dt="2020-03-02T14:12:40.333" v="480" actId="1076"/>
          <ac:spMkLst>
            <pc:docMk/>
            <pc:sldMk cId="1395436067" sldId="1115"/>
            <ac:spMk id="4" creationId="{18BC9774-E9CF-C64C-9758-278EFF8F22FE}"/>
          </ac:spMkLst>
        </pc:spChg>
        <pc:spChg chg="add mod">
          <ac:chgData name="Maas, Marnix" userId="f92e1d55-13e3-43f5-80ed-45d1ecf62407" providerId="ADAL" clId="{3F672F72-5FF7-455D-BE09-4ED3D5C97442}" dt="2020-03-02T12:56:08.882" v="276" actId="403"/>
          <ac:spMkLst>
            <pc:docMk/>
            <pc:sldMk cId="1395436067" sldId="1115"/>
            <ac:spMk id="7" creationId="{C921F7FB-DFFE-4115-A001-8B023311CA70}"/>
          </ac:spMkLst>
        </pc:spChg>
        <pc:picChg chg="add mod ord">
          <ac:chgData name="Maas, Marnix" userId="f92e1d55-13e3-43f5-80ed-45d1ecf62407" providerId="ADAL" clId="{3F672F72-5FF7-455D-BE09-4ED3D5C97442}" dt="2020-03-02T14:12:40.333" v="480" actId="1076"/>
          <ac:picMkLst>
            <pc:docMk/>
            <pc:sldMk cId="1395436067" sldId="1115"/>
            <ac:picMk id="5" creationId="{CE688A9A-0C3B-4394-A8FE-3A98C5EC49BA}"/>
          </ac:picMkLst>
        </pc:picChg>
        <pc:picChg chg="add mod ord">
          <ac:chgData name="Maas, Marnix" userId="f92e1d55-13e3-43f5-80ed-45d1ecf62407" providerId="ADAL" clId="{3F672F72-5FF7-455D-BE09-4ED3D5C97442}" dt="2020-03-02T14:12:40.333" v="480" actId="1076"/>
          <ac:picMkLst>
            <pc:docMk/>
            <pc:sldMk cId="1395436067" sldId="1115"/>
            <ac:picMk id="6" creationId="{01BE2E81-F630-44A0-B9B8-9509F48FA8F1}"/>
          </ac:picMkLst>
        </pc:picChg>
        <pc:picChg chg="add mod">
          <ac:chgData name="Maas, Marnix" userId="f92e1d55-13e3-43f5-80ed-45d1ecf62407" providerId="ADAL" clId="{3F672F72-5FF7-455D-BE09-4ED3D5C97442}" dt="2020-03-02T14:12:17.325" v="478" actId="1076"/>
          <ac:picMkLst>
            <pc:docMk/>
            <pc:sldMk cId="1395436067" sldId="1115"/>
            <ac:picMk id="9" creationId="{D6BE6C87-6633-4F32-9B0C-09D47A2916EA}"/>
          </ac:picMkLst>
        </pc:picChg>
        <pc:picChg chg="add del mod">
          <ac:chgData name="Maas, Marnix" userId="f92e1d55-13e3-43f5-80ed-45d1ecf62407" providerId="ADAL" clId="{3F672F72-5FF7-455D-BE09-4ED3D5C97442}" dt="2020-03-02T13:54:14.747" v="301" actId="478"/>
          <ac:picMkLst>
            <pc:docMk/>
            <pc:sldMk cId="1395436067" sldId="1115"/>
            <ac:picMk id="11" creationId="{3A312E8F-27C5-4AD8-90DD-486B9F46AA37}"/>
          </ac:picMkLst>
        </pc:picChg>
        <pc:picChg chg="add mod">
          <ac:chgData name="Maas, Marnix" userId="f92e1d55-13e3-43f5-80ed-45d1ecf62407" providerId="ADAL" clId="{3F672F72-5FF7-455D-BE09-4ED3D5C97442}" dt="2020-03-02T14:15:10.242" v="484" actId="1076"/>
          <ac:picMkLst>
            <pc:docMk/>
            <pc:sldMk cId="1395436067" sldId="1115"/>
            <ac:picMk id="13" creationId="{3DC22F6F-64FE-424B-B536-C1ECC2D03407}"/>
          </ac:picMkLst>
        </pc:picChg>
      </pc:sldChg>
      <pc:sldChg chg="add">
        <pc:chgData name="Maas, Marnix" userId="f92e1d55-13e3-43f5-80ed-45d1ecf62407" providerId="ADAL" clId="{3F672F72-5FF7-455D-BE09-4ED3D5C97442}" dt="2020-03-02T12:44:29.477" v="16"/>
        <pc:sldMkLst>
          <pc:docMk/>
          <pc:sldMk cId="2883164831" sldId="1128"/>
        </pc:sldMkLst>
      </pc:sldChg>
      <pc:sldChg chg="add del setBg">
        <pc:chgData name="Maas, Marnix" userId="f92e1d55-13e3-43f5-80ed-45d1ecf62407" providerId="ADAL" clId="{3F672F72-5FF7-455D-BE09-4ED3D5C97442}" dt="2020-03-02T14:15:52.093" v="492" actId="2696"/>
        <pc:sldMkLst>
          <pc:docMk/>
          <pc:sldMk cId="3885114530" sldId="1129"/>
        </pc:sldMkLst>
      </pc:sldChg>
      <pc:sldChg chg="modSp add">
        <pc:chgData name="Maas, Marnix" userId="f92e1d55-13e3-43f5-80ed-45d1ecf62407" providerId="ADAL" clId="{3F672F72-5FF7-455D-BE09-4ED3D5C97442}" dt="2020-03-02T14:17:37.780" v="502" actId="20577"/>
        <pc:sldMkLst>
          <pc:docMk/>
          <pc:sldMk cId="1243853471" sldId="1130"/>
        </pc:sldMkLst>
        <pc:spChg chg="mod">
          <ac:chgData name="Maas, Marnix" userId="f92e1d55-13e3-43f5-80ed-45d1ecf62407" providerId="ADAL" clId="{3F672F72-5FF7-455D-BE09-4ED3D5C97442}" dt="2020-03-02T14:16:12.691" v="494" actId="1076"/>
          <ac:spMkLst>
            <pc:docMk/>
            <pc:sldMk cId="1243853471" sldId="1130"/>
            <ac:spMk id="2" creationId="{4A8B7C58-B337-CB40-A3E4-673AC778FDAB}"/>
          </ac:spMkLst>
        </pc:spChg>
        <pc:spChg chg="mod">
          <ac:chgData name="Maas, Marnix" userId="f92e1d55-13e3-43f5-80ed-45d1ecf62407" providerId="ADAL" clId="{3F672F72-5FF7-455D-BE09-4ED3D5C97442}" dt="2020-03-02T14:16:57.379" v="501" actId="1076"/>
          <ac:spMkLst>
            <pc:docMk/>
            <pc:sldMk cId="1243853471" sldId="1130"/>
            <ac:spMk id="3" creationId="{ECBCD90C-7A87-1543-B33F-85190C5AFDE3}"/>
          </ac:spMkLst>
        </pc:spChg>
        <pc:spChg chg="mod">
          <ac:chgData name="Maas, Marnix" userId="f92e1d55-13e3-43f5-80ed-45d1ecf62407" providerId="ADAL" clId="{3F672F72-5FF7-455D-BE09-4ED3D5C97442}" dt="2020-03-02T14:16:57.379" v="501" actId="1076"/>
          <ac:spMkLst>
            <pc:docMk/>
            <pc:sldMk cId="1243853471" sldId="1130"/>
            <ac:spMk id="5" creationId="{96CCD06E-C018-1A4F-A3A5-C5634F774C21}"/>
          </ac:spMkLst>
        </pc:spChg>
        <pc:spChg chg="mod">
          <ac:chgData name="Maas, Marnix" userId="f92e1d55-13e3-43f5-80ed-45d1ecf62407" providerId="ADAL" clId="{3F672F72-5FF7-455D-BE09-4ED3D5C97442}" dt="2020-03-02T14:16:22.235" v="495" actId="1076"/>
          <ac:spMkLst>
            <pc:docMk/>
            <pc:sldMk cId="1243853471" sldId="1130"/>
            <ac:spMk id="6" creationId="{0F634F76-387D-9D48-9388-5E0FEF300497}"/>
          </ac:spMkLst>
        </pc:spChg>
        <pc:spChg chg="mod">
          <ac:chgData name="Maas, Marnix" userId="f92e1d55-13e3-43f5-80ed-45d1ecf62407" providerId="ADAL" clId="{3F672F72-5FF7-455D-BE09-4ED3D5C97442}" dt="2020-03-02T14:16:57.379" v="501" actId="1076"/>
          <ac:spMkLst>
            <pc:docMk/>
            <pc:sldMk cId="1243853471" sldId="1130"/>
            <ac:spMk id="8" creationId="{1E5BE115-EDC1-834A-B256-D23AE8D37550}"/>
          </ac:spMkLst>
        </pc:spChg>
        <pc:spChg chg="mod">
          <ac:chgData name="Maas, Marnix" userId="f92e1d55-13e3-43f5-80ed-45d1ecf62407" providerId="ADAL" clId="{3F672F72-5FF7-455D-BE09-4ED3D5C97442}" dt="2020-03-02T14:16:57.379" v="501" actId="1076"/>
          <ac:spMkLst>
            <pc:docMk/>
            <pc:sldMk cId="1243853471" sldId="1130"/>
            <ac:spMk id="9" creationId="{2BB1D85D-20F3-9C4F-897E-9619DF731418}"/>
          </ac:spMkLst>
        </pc:spChg>
        <pc:spChg chg="mod">
          <ac:chgData name="Maas, Marnix" userId="f92e1d55-13e3-43f5-80ed-45d1ecf62407" providerId="ADAL" clId="{3F672F72-5FF7-455D-BE09-4ED3D5C97442}" dt="2020-03-02T14:16:57.379" v="501" actId="1076"/>
          <ac:spMkLst>
            <pc:docMk/>
            <pc:sldMk cId="1243853471" sldId="1130"/>
            <ac:spMk id="11" creationId="{6368DED1-FC48-9646-9AE1-98FBDE75636B}"/>
          </ac:spMkLst>
        </pc:spChg>
        <pc:spChg chg="mod">
          <ac:chgData name="Maas, Marnix" userId="f92e1d55-13e3-43f5-80ed-45d1ecf62407" providerId="ADAL" clId="{3F672F72-5FF7-455D-BE09-4ED3D5C97442}" dt="2020-03-02T14:16:12.691" v="494" actId="1076"/>
          <ac:spMkLst>
            <pc:docMk/>
            <pc:sldMk cId="1243853471" sldId="1130"/>
            <ac:spMk id="12" creationId="{050D1E82-1734-A149-A89A-5B47702C2169}"/>
          </ac:spMkLst>
        </pc:spChg>
        <pc:spChg chg="mod">
          <ac:chgData name="Maas, Marnix" userId="f92e1d55-13e3-43f5-80ed-45d1ecf62407" providerId="ADAL" clId="{3F672F72-5FF7-455D-BE09-4ED3D5C97442}" dt="2020-03-02T14:16:22.235" v="495" actId="1076"/>
          <ac:spMkLst>
            <pc:docMk/>
            <pc:sldMk cId="1243853471" sldId="1130"/>
            <ac:spMk id="14" creationId="{603B5128-3558-E141-A343-6EBD1B76A2EC}"/>
          </ac:spMkLst>
        </pc:spChg>
        <pc:spChg chg="mod">
          <ac:chgData name="Maas, Marnix" userId="f92e1d55-13e3-43f5-80ed-45d1ecf62407" providerId="ADAL" clId="{3F672F72-5FF7-455D-BE09-4ED3D5C97442}" dt="2020-03-02T14:16:57.379" v="501" actId="1076"/>
          <ac:spMkLst>
            <pc:docMk/>
            <pc:sldMk cId="1243853471" sldId="1130"/>
            <ac:spMk id="15" creationId="{B2AA7654-6018-0249-950E-73A7F89732AA}"/>
          </ac:spMkLst>
        </pc:spChg>
        <pc:spChg chg="mod">
          <ac:chgData name="Maas, Marnix" userId="f92e1d55-13e3-43f5-80ed-45d1ecf62407" providerId="ADAL" clId="{3F672F72-5FF7-455D-BE09-4ED3D5C97442}" dt="2020-03-02T14:16:57.379" v="501" actId="1076"/>
          <ac:spMkLst>
            <pc:docMk/>
            <pc:sldMk cId="1243853471" sldId="1130"/>
            <ac:spMk id="17" creationId="{E4EC5137-5AFF-2C48-8BCF-B8D64C2BD883}"/>
          </ac:spMkLst>
        </pc:spChg>
        <pc:spChg chg="mod">
          <ac:chgData name="Maas, Marnix" userId="f92e1d55-13e3-43f5-80ed-45d1ecf62407" providerId="ADAL" clId="{3F672F72-5FF7-455D-BE09-4ED3D5C97442}" dt="2020-03-02T14:16:57.379" v="501" actId="1076"/>
          <ac:spMkLst>
            <pc:docMk/>
            <pc:sldMk cId="1243853471" sldId="1130"/>
            <ac:spMk id="18" creationId="{9FEBE275-99AA-0E49-8641-24BCA2FA108C}"/>
          </ac:spMkLst>
        </pc:spChg>
        <pc:spChg chg="mod">
          <ac:chgData name="Maas, Marnix" userId="f92e1d55-13e3-43f5-80ed-45d1ecf62407" providerId="ADAL" clId="{3F672F72-5FF7-455D-BE09-4ED3D5C97442}" dt="2020-03-02T14:17:37.780" v="502" actId="20577"/>
          <ac:spMkLst>
            <pc:docMk/>
            <pc:sldMk cId="1243853471" sldId="1130"/>
            <ac:spMk id="20" creationId="{5683FEC8-E062-8B40-9226-C407B5421DFE}"/>
          </ac:spMkLst>
        </pc:spChg>
        <pc:spChg chg="mod">
          <ac:chgData name="Maas, Marnix" userId="f92e1d55-13e3-43f5-80ed-45d1ecf62407" providerId="ADAL" clId="{3F672F72-5FF7-455D-BE09-4ED3D5C97442}" dt="2020-03-02T14:16:31.754" v="498" actId="1076"/>
          <ac:spMkLst>
            <pc:docMk/>
            <pc:sldMk cId="1243853471" sldId="1130"/>
            <ac:spMk id="24" creationId="{4D34D136-D983-B649-A770-B71844EED4EE}"/>
          </ac:spMkLst>
        </pc:spChg>
      </pc:sldChg>
      <pc:sldChg chg="addSp delSp modSp add ord setBg">
        <pc:chgData name="Maas, Marnix" userId="f92e1d55-13e3-43f5-80ed-45d1ecf62407" providerId="ADAL" clId="{3F672F72-5FF7-455D-BE09-4ED3D5C97442}" dt="2020-03-02T14:37:23.190" v="1377" actId="20577"/>
        <pc:sldMkLst>
          <pc:docMk/>
          <pc:sldMk cId="1165802110" sldId="1131"/>
        </pc:sldMkLst>
        <pc:spChg chg="mod">
          <ac:chgData name="Maas, Marnix" userId="f92e1d55-13e3-43f5-80ed-45d1ecf62407" providerId="ADAL" clId="{3F672F72-5FF7-455D-BE09-4ED3D5C97442}" dt="2020-03-02T14:34:41.837" v="1150" actId="207"/>
          <ac:spMkLst>
            <pc:docMk/>
            <pc:sldMk cId="1165802110" sldId="1131"/>
            <ac:spMk id="2" creationId="{294D6256-45E1-804E-BE56-3B84B2D778CA}"/>
          </ac:spMkLst>
        </pc:spChg>
        <pc:spChg chg="del">
          <ac:chgData name="Maas, Marnix" userId="f92e1d55-13e3-43f5-80ed-45d1ecf62407" providerId="ADAL" clId="{3F672F72-5FF7-455D-BE09-4ED3D5C97442}" dt="2020-03-02T14:31:12.726" v="975" actId="478"/>
          <ac:spMkLst>
            <pc:docMk/>
            <pc:sldMk cId="1165802110" sldId="1131"/>
            <ac:spMk id="3" creationId="{B3CDD134-0918-494E-8A99-483AA77F62FF}"/>
          </ac:spMkLst>
        </pc:spChg>
        <pc:spChg chg="del">
          <ac:chgData name="Maas, Marnix" userId="f92e1d55-13e3-43f5-80ed-45d1ecf62407" providerId="ADAL" clId="{3F672F72-5FF7-455D-BE09-4ED3D5C97442}" dt="2020-03-02T14:34:00.239" v="1141" actId="478"/>
          <ac:spMkLst>
            <pc:docMk/>
            <pc:sldMk cId="1165802110" sldId="1131"/>
            <ac:spMk id="6" creationId="{4A54F2D8-70EA-1042-B3ED-CD3BC9E207EB}"/>
          </ac:spMkLst>
        </pc:spChg>
        <pc:spChg chg="add del mod">
          <ac:chgData name="Maas, Marnix" userId="f92e1d55-13e3-43f5-80ed-45d1ecf62407" providerId="ADAL" clId="{3F672F72-5FF7-455D-BE09-4ED3D5C97442}" dt="2020-03-02T14:34:03.088" v="1142" actId="478"/>
          <ac:spMkLst>
            <pc:docMk/>
            <pc:sldMk cId="1165802110" sldId="1131"/>
            <ac:spMk id="7" creationId="{CFE36A3E-9701-462D-ACA1-40F6F5BE8287}"/>
          </ac:spMkLst>
        </pc:spChg>
        <pc:spChg chg="mod">
          <ac:chgData name="Maas, Marnix" userId="f92e1d55-13e3-43f5-80ed-45d1ecf62407" providerId="ADAL" clId="{3F672F72-5FF7-455D-BE09-4ED3D5C97442}" dt="2020-03-02T14:37:23.190" v="1377" actId="20577"/>
          <ac:spMkLst>
            <pc:docMk/>
            <pc:sldMk cId="1165802110" sldId="1131"/>
            <ac:spMk id="21" creationId="{7175AD26-14B2-0D40-9A35-D9910EA298D1}"/>
          </ac:spMkLst>
        </pc:spChg>
      </pc:sldChg>
      <pc:sldChg chg="modSp add ord">
        <pc:chgData name="Maas, Marnix" userId="f92e1d55-13e3-43f5-80ed-45d1ecf62407" providerId="ADAL" clId="{3F672F72-5FF7-455D-BE09-4ED3D5C97442}" dt="2020-03-02T14:36:33.268" v="1301" actId="1076"/>
        <pc:sldMkLst>
          <pc:docMk/>
          <pc:sldMk cId="4163733093" sldId="1132"/>
        </pc:sldMkLst>
        <pc:spChg chg="mod">
          <ac:chgData name="Maas, Marnix" userId="f92e1d55-13e3-43f5-80ed-45d1ecf62407" providerId="ADAL" clId="{3F672F72-5FF7-455D-BE09-4ED3D5C97442}" dt="2020-03-02T14:36:27.798" v="1300" actId="20577"/>
          <ac:spMkLst>
            <pc:docMk/>
            <pc:sldMk cId="4163733093" sldId="1132"/>
            <ac:spMk id="9" creationId="{0325DEE8-3EDD-8047-AFB0-40290FE9F61F}"/>
          </ac:spMkLst>
        </pc:spChg>
        <pc:picChg chg="mod">
          <ac:chgData name="Maas, Marnix" userId="f92e1d55-13e3-43f5-80ed-45d1ecf62407" providerId="ADAL" clId="{3F672F72-5FF7-455D-BE09-4ED3D5C97442}" dt="2020-03-02T14:36:33.268" v="1301" actId="1076"/>
          <ac:picMkLst>
            <pc:docMk/>
            <pc:sldMk cId="4163733093" sldId="1132"/>
            <ac:picMk id="6" creationId="{0A995C74-9AA7-B844-B319-491361C5ACBC}"/>
          </ac:picMkLst>
        </pc:picChg>
      </pc:sldChg>
      <pc:sldChg chg="modSp add del setBg">
        <pc:chgData name="Maas, Marnix" userId="f92e1d55-13e3-43f5-80ed-45d1ecf62407" providerId="ADAL" clId="{3F672F72-5FF7-455D-BE09-4ED3D5C97442}" dt="2020-03-02T14:40:24.245" v="1447" actId="2696"/>
        <pc:sldMkLst>
          <pc:docMk/>
          <pc:sldMk cId="1615429437" sldId="1133"/>
        </pc:sldMkLst>
        <pc:spChg chg="mod">
          <ac:chgData name="Maas, Marnix" userId="f92e1d55-13e3-43f5-80ed-45d1ecf62407" providerId="ADAL" clId="{3F672F72-5FF7-455D-BE09-4ED3D5C97442}" dt="2020-03-02T14:40:09.659" v="1442" actId="14100"/>
          <ac:spMkLst>
            <pc:docMk/>
            <pc:sldMk cId="1615429437" sldId="1133"/>
            <ac:spMk id="3" creationId="{572483A1-64B6-CD40-A3EC-DC33036ACA34}"/>
          </ac:spMkLst>
        </pc:spChg>
      </pc:sldChg>
      <pc:sldChg chg="modSp add addCm delCm">
        <pc:chgData name="Maas, Marnix" userId="f92e1d55-13e3-43f5-80ed-45d1ecf62407" providerId="ADAL" clId="{3F672F72-5FF7-455D-BE09-4ED3D5C97442}" dt="2020-03-02T14:41:53.119" v="1630" actId="20577"/>
        <pc:sldMkLst>
          <pc:docMk/>
          <pc:sldMk cId="1345213319" sldId="1134"/>
        </pc:sldMkLst>
        <pc:spChg chg="mod">
          <ac:chgData name="Maas, Marnix" userId="f92e1d55-13e3-43f5-80ed-45d1ecf62407" providerId="ADAL" clId="{3F672F72-5FF7-455D-BE09-4ED3D5C97442}" dt="2020-03-02T14:41:53.119" v="1630" actId="20577"/>
          <ac:spMkLst>
            <pc:docMk/>
            <pc:sldMk cId="1345213319" sldId="1134"/>
            <ac:spMk id="5" creationId="{3F34CA1B-F09A-CA40-8E0C-689999086449}"/>
          </ac:spMkLst>
        </pc:spChg>
        <pc:spChg chg="mod">
          <ac:chgData name="Maas, Marnix" userId="f92e1d55-13e3-43f5-80ed-45d1ecf62407" providerId="ADAL" clId="{3F672F72-5FF7-455D-BE09-4ED3D5C97442}" dt="2020-03-02T14:40:31.991" v="1467" actId="20577"/>
          <ac:spMkLst>
            <pc:docMk/>
            <pc:sldMk cId="1345213319" sldId="1134"/>
            <ac:spMk id="26" creationId="{38CB3D8A-940A-304B-9647-4026C3D1B3BA}"/>
          </ac:spMkLst>
        </pc:spChg>
      </pc:sldChg>
      <pc:sldChg chg="add del">
        <pc:chgData name="Maas, Marnix" userId="f92e1d55-13e3-43f5-80ed-45d1ecf62407" providerId="ADAL" clId="{3F672F72-5FF7-455D-BE09-4ED3D5C97442}" dt="2020-03-02T14:40:15.269" v="1444"/>
        <pc:sldMkLst>
          <pc:docMk/>
          <pc:sldMk cId="2807563918" sldId="1134"/>
        </pc:sldMkLst>
      </pc:sldChg>
      <pc:sldChg chg="add del setBg">
        <pc:chgData name="Maas, Marnix" userId="f92e1d55-13e3-43f5-80ed-45d1ecf62407" providerId="ADAL" clId="{3F672F72-5FF7-455D-BE09-4ED3D5C97442}" dt="2020-03-02T14:41:59.386" v="1632"/>
        <pc:sldMkLst>
          <pc:docMk/>
          <pc:sldMk cId="1818333631" sldId="1135"/>
        </pc:sldMkLst>
      </pc:sldChg>
      <pc:sldChg chg="addSp delSp modSp add">
        <pc:chgData name="Maas, Marnix" userId="f92e1d55-13e3-43f5-80ed-45d1ecf62407" providerId="ADAL" clId="{3F672F72-5FF7-455D-BE09-4ED3D5C97442}" dt="2020-03-02T14:42:35.034" v="1671" actId="20577"/>
        <pc:sldMkLst>
          <pc:docMk/>
          <pc:sldMk cId="2168899863" sldId="1135"/>
        </pc:sldMkLst>
        <pc:spChg chg="add del mod">
          <ac:chgData name="Maas, Marnix" userId="f92e1d55-13e3-43f5-80ed-45d1ecf62407" providerId="ADAL" clId="{3F672F72-5FF7-455D-BE09-4ED3D5C97442}" dt="2020-03-02T14:42:14.746" v="1643" actId="478"/>
          <ac:spMkLst>
            <pc:docMk/>
            <pc:sldMk cId="2168899863" sldId="1135"/>
            <ac:spMk id="4" creationId="{C880AA4F-7F33-4540-9373-5902EA5DE428}"/>
          </ac:spMkLst>
        </pc:spChg>
        <pc:spChg chg="del">
          <ac:chgData name="Maas, Marnix" userId="f92e1d55-13e3-43f5-80ed-45d1ecf62407" providerId="ADAL" clId="{3F672F72-5FF7-455D-BE09-4ED3D5C97442}" dt="2020-03-02T14:42:13.278" v="1642" actId="478"/>
          <ac:spMkLst>
            <pc:docMk/>
            <pc:sldMk cId="2168899863" sldId="1135"/>
            <ac:spMk id="5" creationId="{3F34CA1B-F09A-CA40-8E0C-689999086449}"/>
          </ac:spMkLst>
        </pc:spChg>
        <pc:spChg chg="mod">
          <ac:chgData name="Maas, Marnix" userId="f92e1d55-13e3-43f5-80ed-45d1ecf62407" providerId="ADAL" clId="{3F672F72-5FF7-455D-BE09-4ED3D5C97442}" dt="2020-03-02T14:42:35.034" v="1671" actId="20577"/>
          <ac:spMkLst>
            <pc:docMk/>
            <pc:sldMk cId="2168899863" sldId="1135"/>
            <ac:spMk id="26" creationId="{38CB3D8A-940A-304B-9647-4026C3D1B3BA}"/>
          </ac:spMkLst>
        </pc:spChg>
      </pc:sldChg>
      <pc:sldChg chg="add del">
        <pc:chgData name="Maas, Marnix" userId="f92e1d55-13e3-43f5-80ed-45d1ecf62407" providerId="ADAL" clId="{3F672F72-5FF7-455D-BE09-4ED3D5C97442}" dt="2020-03-02T14:42:56.574" v="1690" actId="2696"/>
        <pc:sldMkLst>
          <pc:docMk/>
          <pc:sldMk cId="1015379435" sldId="1136"/>
        </pc:sldMkLst>
      </pc:sldChg>
      <pc:sldChg chg="modSp add">
        <pc:chgData name="Maas, Marnix" userId="f92e1d55-13e3-43f5-80ed-45d1ecf62407" providerId="ADAL" clId="{3F672F72-5FF7-455D-BE09-4ED3D5C97442}" dt="2020-03-02T14:42:48.212" v="1689" actId="20577"/>
        <pc:sldMkLst>
          <pc:docMk/>
          <pc:sldMk cId="1909725051" sldId="1137"/>
        </pc:sldMkLst>
        <pc:spChg chg="mod">
          <ac:chgData name="Maas, Marnix" userId="f92e1d55-13e3-43f5-80ed-45d1ecf62407" providerId="ADAL" clId="{3F672F72-5FF7-455D-BE09-4ED3D5C97442}" dt="2020-03-02T14:42:48.212" v="1689" actId="20577"/>
          <ac:spMkLst>
            <pc:docMk/>
            <pc:sldMk cId="1909725051" sldId="1137"/>
            <ac:spMk id="26" creationId="{38CB3D8A-940A-304B-9647-4026C3D1B3BA}"/>
          </ac:spMkLst>
        </pc:spChg>
      </pc:sldChg>
      <pc:sldMasterChg chg="modSldLayout">
        <pc:chgData name="Maas, Marnix" userId="f92e1d55-13e3-43f5-80ed-45d1ecf62407" providerId="ADAL" clId="{3F672F72-5FF7-455D-BE09-4ED3D5C97442}" dt="2020-03-02T12:51:23.958" v="148"/>
        <pc:sldMasterMkLst>
          <pc:docMk/>
          <pc:sldMasterMk cId="3881600303" sldId="2147483648"/>
        </pc:sldMasterMkLst>
        <pc:sldLayoutChg chg="addSp delSp setBg">
          <pc:chgData name="Maas, Marnix" userId="f92e1d55-13e3-43f5-80ed-45d1ecf62407" providerId="ADAL" clId="{3F672F72-5FF7-455D-BE09-4ED3D5C97442}" dt="2020-03-02T12:51:23.958" v="148"/>
          <pc:sldLayoutMkLst>
            <pc:docMk/>
            <pc:sldMasterMk cId="3881600303" sldId="2147483648"/>
            <pc:sldLayoutMk cId="955447885" sldId="2147483661"/>
          </pc:sldLayoutMkLst>
          <pc:spChg chg="del">
            <ac:chgData name="Maas, Marnix" userId="f92e1d55-13e3-43f5-80ed-45d1ecf62407" providerId="ADAL" clId="{3F672F72-5FF7-455D-BE09-4ED3D5C97442}" dt="2020-03-02T12:51:14.018" v="147" actId="478"/>
            <ac:spMkLst>
              <pc:docMk/>
              <pc:sldMasterMk cId="3881600303" sldId="2147483648"/>
              <pc:sldLayoutMk cId="955447885" sldId="2147483661"/>
              <ac:spMk id="3" creationId="{00000000-0000-0000-0000-000000000000}"/>
            </ac:spMkLst>
          </pc:spChg>
          <pc:picChg chg="add">
            <ac:chgData name="Maas, Marnix" userId="f92e1d55-13e3-43f5-80ed-45d1ecf62407" providerId="ADAL" clId="{3F672F72-5FF7-455D-BE09-4ED3D5C97442}" dt="2020-03-02T12:51:11.579" v="146"/>
            <ac:picMkLst>
              <pc:docMk/>
              <pc:sldMasterMk cId="3881600303" sldId="2147483648"/>
              <pc:sldLayoutMk cId="955447885" sldId="2147483661"/>
              <ac:picMk id="5" creationId="{6CFA253C-2226-488E-83EA-D07870C64B76}"/>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B8C93B-F95B-4DAF-97CB-8F24D72004DD}" type="datetimeFigureOut">
              <a:rPr lang="nl-NL" smtClean="0"/>
              <a:t>2-3-2020</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12E8D-47C1-4826-A637-A5196888E168}" type="slidenum">
              <a:rPr lang="nl-NL" smtClean="0"/>
              <a:t>‹#›</a:t>
            </a:fld>
            <a:endParaRPr lang="nl-NL"/>
          </a:p>
        </p:txBody>
      </p:sp>
    </p:spTree>
    <p:extLst>
      <p:ext uri="{BB962C8B-B14F-4D97-AF65-F5344CB8AC3E}">
        <p14:creationId xmlns:p14="http://schemas.microsoft.com/office/powerpoint/2010/main" val="3296449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34074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B3DFC-3EDA-45B4-9AA8-6587C626C7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0FF2CAF7-8E77-46F9-BC7B-922D21852B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03565F7A-C54E-451D-B876-3F8F4D0F3898}"/>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5" name="Footer Placeholder 4">
            <a:extLst>
              <a:ext uri="{FF2B5EF4-FFF2-40B4-BE49-F238E27FC236}">
                <a16:creationId xmlns:a16="http://schemas.microsoft.com/office/drawing/2014/main" id="{C4EE8601-8617-4695-9396-DD79FB5B12C3}"/>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B0B3D77F-6C4A-4B66-863A-7CD71FB9884D}"/>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3143660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3D4A7-4A71-4FAC-9077-A6B502DD3724}"/>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DD25F9A2-40FD-4779-9B3F-CD8D976690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FF538AC7-9450-4B13-8FF1-62B71597CB8E}"/>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5" name="Footer Placeholder 4">
            <a:extLst>
              <a:ext uri="{FF2B5EF4-FFF2-40B4-BE49-F238E27FC236}">
                <a16:creationId xmlns:a16="http://schemas.microsoft.com/office/drawing/2014/main" id="{FABB630C-EEBE-4B1E-B025-00726428A818}"/>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F1FA8342-3930-4B6F-8246-C5703F2026A5}"/>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2865775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60EA-1A9D-4913-AD16-1F5D6D9A9A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7A08748B-6D1B-4FF0-9E20-BBA41550C2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525AA2-4FE9-4AB6-A184-5A69748A225B}"/>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5" name="Footer Placeholder 4">
            <a:extLst>
              <a:ext uri="{FF2B5EF4-FFF2-40B4-BE49-F238E27FC236}">
                <a16:creationId xmlns:a16="http://schemas.microsoft.com/office/drawing/2014/main" id="{CE31EE5E-4CB1-4294-BEA5-356DBC75CAB3}"/>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C538BF2D-ADC6-4BD6-A96D-8C8A3A0192DC}"/>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501399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09774-2895-45C2-B9E7-B976553E337A}"/>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48D96DC2-F489-4AA6-A4A7-21E36DE2DE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C21EB681-DC23-4B6F-8B8E-DBCB70885F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1A9137EB-65AE-4D01-A18F-5539A6076795}"/>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6" name="Footer Placeholder 5">
            <a:extLst>
              <a:ext uri="{FF2B5EF4-FFF2-40B4-BE49-F238E27FC236}">
                <a16:creationId xmlns:a16="http://schemas.microsoft.com/office/drawing/2014/main" id="{D8562762-1BA3-4F91-859F-0AF1BB35FA1C}"/>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58353FBA-BB32-4799-B28C-B56D48BC2778}"/>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2918702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7E82-D1D4-49EE-898F-D04D55CF5C7E}"/>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68BE56D3-C1FC-4A70-A78F-58BD6364C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FA021E-B52E-4118-8644-0BC33FF8BF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A8572C50-D883-4597-83C9-5E085003B6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9FFD1D-98EC-4BF1-8809-62FE9FA9C5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EB6D5789-BFC0-401A-985D-1E09AA18B98B}"/>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8" name="Footer Placeholder 7">
            <a:extLst>
              <a:ext uri="{FF2B5EF4-FFF2-40B4-BE49-F238E27FC236}">
                <a16:creationId xmlns:a16="http://schemas.microsoft.com/office/drawing/2014/main" id="{B8CCB192-C27F-4BB7-AD95-1EB5A3BB3FEE}"/>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6AC18872-A053-4D40-BB90-76F317F68637}"/>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2934539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B9F91-3F7A-4044-BED6-65EBED399CBC}"/>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156FEE7C-78E1-4039-8FFC-F26884A171C8}"/>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4" name="Footer Placeholder 3">
            <a:extLst>
              <a:ext uri="{FF2B5EF4-FFF2-40B4-BE49-F238E27FC236}">
                <a16:creationId xmlns:a16="http://schemas.microsoft.com/office/drawing/2014/main" id="{50251A37-148B-472D-8043-1F5500B0E4D5}"/>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30E5E99D-AD4F-4D39-A5DD-EF3981D79E1F}"/>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22274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FC2817-23A0-465D-893D-BFB14C38BE64}"/>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3" name="Footer Placeholder 2">
            <a:extLst>
              <a:ext uri="{FF2B5EF4-FFF2-40B4-BE49-F238E27FC236}">
                <a16:creationId xmlns:a16="http://schemas.microsoft.com/office/drawing/2014/main" id="{631C8859-7A87-4BCB-92B6-D8908FD4EBFD}"/>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7A525FC2-473B-46DE-A2DC-072788D31A8D}"/>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756168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270A7-C7E2-46A6-BE5E-7E28AE84A6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1E793F57-C19F-4054-88BB-3020802874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519E1D94-2CAB-4654-A8FF-AB5A3626A1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116547-867A-4C26-8EC5-1C307D4F33BD}"/>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6" name="Footer Placeholder 5">
            <a:extLst>
              <a:ext uri="{FF2B5EF4-FFF2-40B4-BE49-F238E27FC236}">
                <a16:creationId xmlns:a16="http://schemas.microsoft.com/office/drawing/2014/main" id="{ED7F5DE7-D553-43E0-97C4-AD1B872715B8}"/>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9C6D60BB-9A08-4216-8E41-EB43A78FF814}"/>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1804808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8B77A-43D5-4552-BFDD-D0E58B5E5F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9CEB3207-2757-475B-B9B2-52CAB4DB5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33BF01A9-59EE-4F6E-A40C-ECDE57A4F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6B9613-9F0E-4D3F-A79D-11A000D4AF35}"/>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6" name="Footer Placeholder 5">
            <a:extLst>
              <a:ext uri="{FF2B5EF4-FFF2-40B4-BE49-F238E27FC236}">
                <a16:creationId xmlns:a16="http://schemas.microsoft.com/office/drawing/2014/main" id="{EA2114BD-6F8D-4D5C-A903-D8589C1CDE59}"/>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8DFC35D0-EC01-48EB-943F-4B40B39D3902}"/>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52796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FB84-18A0-414D-8266-86E02D1698AE}"/>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C3ED100C-0C92-4A01-BA4D-FE9AC1FC85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2CF46E0D-6869-4189-99E7-2EEBC4F0BEDF}"/>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5" name="Footer Placeholder 4">
            <a:extLst>
              <a:ext uri="{FF2B5EF4-FFF2-40B4-BE49-F238E27FC236}">
                <a16:creationId xmlns:a16="http://schemas.microsoft.com/office/drawing/2014/main" id="{6F59F4F5-729B-47EF-9DCE-6C2EE169F9D6}"/>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6CC271BA-9C70-4CA3-B0EC-380190B45FA2}"/>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2534694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38A653-6637-4B85-A7B3-CF303AEF4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03301E71-080E-4967-B655-447ECAB759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27A8AB43-8513-4E5F-932D-91C537DA435B}"/>
              </a:ext>
            </a:extLst>
          </p:cNvPr>
          <p:cNvSpPr>
            <a:spLocks noGrp="1"/>
          </p:cNvSpPr>
          <p:nvPr>
            <p:ph type="dt" sz="half" idx="10"/>
          </p:nvPr>
        </p:nvSpPr>
        <p:spPr/>
        <p:txBody>
          <a:bodyPr/>
          <a:lstStyle/>
          <a:p>
            <a:fld id="{9399FE4D-806A-474A-8789-6D484659508E}" type="datetimeFigureOut">
              <a:rPr lang="nl-NL" smtClean="0"/>
              <a:t>2-3-2020</a:t>
            </a:fld>
            <a:endParaRPr lang="nl-NL"/>
          </a:p>
        </p:txBody>
      </p:sp>
      <p:sp>
        <p:nvSpPr>
          <p:cNvPr id="5" name="Footer Placeholder 4">
            <a:extLst>
              <a:ext uri="{FF2B5EF4-FFF2-40B4-BE49-F238E27FC236}">
                <a16:creationId xmlns:a16="http://schemas.microsoft.com/office/drawing/2014/main" id="{E2433864-7987-4E66-82B6-E4EE05EF4F6A}"/>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E23801D0-9CC7-483B-B202-E664D89611B9}"/>
              </a:ext>
            </a:extLst>
          </p:cNvPr>
          <p:cNvSpPr>
            <a:spLocks noGrp="1"/>
          </p:cNvSpPr>
          <p:nvPr>
            <p:ph type="sldNum" sz="quarter" idx="12"/>
          </p:nvPr>
        </p:nvSpPr>
        <p:spPr/>
        <p:txBody>
          <a:bodyPr/>
          <a:lstStyle/>
          <a:p>
            <a:fld id="{5C2023F8-DA26-43F2-AE62-B9DE0D023776}" type="slidenum">
              <a:rPr lang="nl-NL" smtClean="0"/>
              <a:t>‹#›</a:t>
            </a:fld>
            <a:endParaRPr lang="nl-NL"/>
          </a:p>
        </p:txBody>
      </p:sp>
    </p:spTree>
    <p:extLst>
      <p:ext uri="{BB962C8B-B14F-4D97-AF65-F5344CB8AC3E}">
        <p14:creationId xmlns:p14="http://schemas.microsoft.com/office/powerpoint/2010/main" val="3286373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over 3.1 — Dimensional Pos &gt;">
    <p:bg>
      <p:bgPr>
        <a:solidFill>
          <a:schemeClr val="bg1"/>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screen">
            <a:extLst>
              <a:ext uri="{28A0092B-C50C-407E-A947-70E740481C1C}">
                <a14:useLocalDpi xmlns:a14="http://schemas.microsoft.com/office/drawing/2010/main"/>
              </a:ext>
            </a:extLst>
          </a:blip>
          <a:srcRect t="13415" b="9908"/>
          <a:stretch/>
        </p:blipFill>
        <p:spPr>
          <a:xfrm>
            <a:off x="3321983" y="-1"/>
            <a:ext cx="8626155" cy="6858001"/>
          </a:xfrm>
          <a:prstGeom prst="rect">
            <a:avLst/>
          </a:prstGeom>
        </p:spPr>
      </p:pic>
      <p:sp>
        <p:nvSpPr>
          <p:cNvPr id="8" name="MasterTitle"/>
          <p:cNvSpPr>
            <a:spLocks noGrp="1"/>
          </p:cNvSpPr>
          <p:nvPr userDrawn="1">
            <p:ph type="title" hasCustomPrompt="1"/>
          </p:nvPr>
        </p:nvSpPr>
        <p:spPr>
          <a:xfrm>
            <a:off x="675514" y="2198083"/>
            <a:ext cx="9668282" cy="2769028"/>
          </a:xfrm>
        </p:spPr>
        <p:txBody>
          <a:bodyPr wrap="square" tIns="182880" anchor="ctr" anchorCtr="0">
            <a:spAutoFit/>
          </a:bodyPr>
          <a:lstStyle>
            <a:lvl1pPr algn="l">
              <a:lnSpc>
                <a:spcPts val="9498"/>
              </a:lnSpc>
              <a:defRPr sz="11998" b="0" i="0" spc="-300" baseline="0">
                <a:solidFill>
                  <a:schemeClr val="tx1"/>
                </a:solidFill>
              </a:defRPr>
            </a:lvl1pPr>
          </a:lstStyle>
          <a:p>
            <a:r>
              <a:rPr lang="en-US" dirty="0"/>
              <a:t>THREE STACKED HEADLINE</a:t>
            </a:r>
            <a:endParaRPr lang="en-AU" dirty="0"/>
          </a:p>
        </p:txBody>
      </p:sp>
      <p:pic>
        <p:nvPicPr>
          <p:cNvPr id="12" name="Acc_MobilityBLACK" hidden="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pic>
        <p:nvPicPr>
          <p:cNvPr id="34" name="Acc_DigitalBLACK"/>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8440895" y="5888218"/>
            <a:ext cx="2579389" cy="499527"/>
          </a:xfrm>
          <a:prstGeom prst="rect">
            <a:avLst/>
          </a:prstGeom>
        </p:spPr>
      </p:pic>
    </p:spTree>
    <p:extLst>
      <p:ext uri="{BB962C8B-B14F-4D97-AF65-F5344CB8AC3E}">
        <p14:creationId xmlns:p14="http://schemas.microsoft.com/office/powerpoint/2010/main" val="15252480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ivider 5.2">
    <p:bg>
      <p:bgPr>
        <a:solidFill>
          <a:srgbClr val="FFD93A"/>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5172" y="2227614"/>
            <a:ext cx="7556276" cy="2402774"/>
          </a:xfrm>
        </p:spPr>
        <p:txBody>
          <a:bodyPr>
            <a:spAutoFit/>
          </a:bodyPr>
          <a:lstStyle>
            <a:lvl1pPr algn="l">
              <a:lnSpc>
                <a:spcPct val="70000"/>
              </a:lnSpc>
              <a:defRPr sz="6999" b="0" i="0">
                <a:solidFill>
                  <a:schemeClr val="tx1"/>
                </a:solidFill>
              </a:defRPr>
            </a:lvl1pPr>
          </a:lstStyle>
          <a:p>
            <a:r>
              <a:rPr lang="en-AU" dirty="0"/>
              <a:t>MAX 70pt</a:t>
            </a:r>
            <a:br>
              <a:rPr lang="en-AU" dirty="0"/>
            </a:br>
            <a:r>
              <a:rPr lang="en-AU" dirty="0"/>
              <a:t>MIN 50pt </a:t>
            </a:r>
            <a:br>
              <a:rPr lang="en-AU" dirty="0"/>
            </a:br>
            <a:r>
              <a:rPr lang="en-AU" dirty="0"/>
              <a:t>MAX 5 LINES</a:t>
            </a:r>
            <a:endParaRPr lang="en-US" dirty="0"/>
          </a:p>
        </p:txBody>
      </p:sp>
      <p:sp>
        <p:nvSpPr>
          <p:cNvPr id="4" name="Slide Number Placeholder 3"/>
          <p:cNvSpPr>
            <a:spLocks noGrp="1"/>
          </p:cNvSpPr>
          <p:nvPr>
            <p:ph type="sldNum" sz="quarter" idx="11"/>
          </p:nvPr>
        </p:nvSpPr>
        <p:spPr/>
        <p:txBody>
          <a:bodyPr/>
          <a:lstStyle/>
          <a:p>
            <a:pPr>
              <a:defRPr/>
            </a:pPr>
            <a:fld id="{90CBDC3A-D49F-4631-A8C7-55D59B33E5FA}" type="slidenum">
              <a:rPr lang="en-US" smtClean="0"/>
              <a:pPr>
                <a:defRPr/>
              </a:pPr>
              <a:t>‹#›</a:t>
            </a:fld>
            <a:endParaRPr lang="en-US" dirty="0"/>
          </a:p>
        </p:txBody>
      </p:sp>
      <p:pic>
        <p:nvPicPr>
          <p:cNvPr id="5" name="Acc_DigitalBLACK">
            <a:extLst>
              <a:ext uri="{FF2B5EF4-FFF2-40B4-BE49-F238E27FC236}">
                <a16:creationId xmlns:a16="http://schemas.microsoft.com/office/drawing/2014/main" id="{6CFA253C-2226-488E-83EA-D07870C64B7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40895" y="5888218"/>
            <a:ext cx="2579389" cy="499527"/>
          </a:xfrm>
          <a:prstGeom prst="rect">
            <a:avLst/>
          </a:prstGeom>
        </p:spPr>
      </p:pic>
    </p:spTree>
    <p:extLst>
      <p:ext uri="{BB962C8B-B14F-4D97-AF65-F5344CB8AC3E}">
        <p14:creationId xmlns:p14="http://schemas.microsoft.com/office/powerpoint/2010/main" val="955447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Blank 1.6">
    <p:bg>
      <p:bgPr>
        <a:solidFill>
          <a:schemeClr val="accent1"/>
        </a:solidFill>
        <a:effectLst/>
      </p:bgPr>
    </p:bg>
    <p:spTree>
      <p:nvGrpSpPr>
        <p:cNvPr id="1" name=""/>
        <p:cNvGrpSpPr/>
        <p:nvPr/>
      </p:nvGrpSpPr>
      <p:grpSpPr>
        <a:xfrm>
          <a:off x="0" y="0"/>
          <a:ext cx="0" cy="0"/>
          <a:chOff x="0" y="0"/>
          <a:chExt cx="0" cy="0"/>
        </a:xfrm>
      </p:grpSpPr>
      <p:sp>
        <p:nvSpPr>
          <p:cNvPr id="2" name="Footer Placeholder 1"/>
          <p:cNvSpPr>
            <a:spLocks noGrp="1"/>
          </p:cNvSpPr>
          <p:nvPr>
            <p:ph type="ftr" sz="quarter" idx="34"/>
          </p:nvPr>
        </p:nvSpPr>
        <p:spPr/>
        <p:txBody>
          <a:bodyPr/>
          <a:lstStyle/>
          <a:p>
            <a:r>
              <a:rPr lang="en-US"/>
              <a:t>Copyright © 2018 Accenture. All rights reserved.</a:t>
            </a:r>
            <a:endParaRPr lang="en-AU" dirty="0"/>
          </a:p>
        </p:txBody>
      </p:sp>
      <p:sp>
        <p:nvSpPr>
          <p:cNvPr id="3" name="Slide Number Placeholder 2"/>
          <p:cNvSpPr>
            <a:spLocks noGrp="1"/>
          </p:cNvSpPr>
          <p:nvPr>
            <p:ph type="sldNum" sz="quarter" idx="35"/>
          </p:nvPr>
        </p:nvSpPr>
        <p:spPr/>
        <p:txBody>
          <a:body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1971036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Quote 1.1">
    <p:bg>
      <p:bgPr>
        <a:solidFill>
          <a:schemeClr val="bg1"/>
        </a:solidFill>
        <a:effectLst/>
      </p:bgPr>
    </p:bg>
    <p:spTree>
      <p:nvGrpSpPr>
        <p:cNvPr id="1" name=""/>
        <p:cNvGrpSpPr/>
        <p:nvPr/>
      </p:nvGrpSpPr>
      <p:grpSpPr>
        <a:xfrm>
          <a:off x="0" y="0"/>
          <a:ext cx="0" cy="0"/>
          <a:chOff x="0" y="0"/>
          <a:chExt cx="0" cy="0"/>
        </a:xfrm>
      </p:grpSpPr>
      <p:sp>
        <p:nvSpPr>
          <p:cNvPr id="9" name="Text Placeholder 5"/>
          <p:cNvSpPr>
            <a:spLocks noGrp="1"/>
          </p:cNvSpPr>
          <p:nvPr>
            <p:ph type="body" sz="quarter" idx="35" hasCustomPrompt="1"/>
          </p:nvPr>
        </p:nvSpPr>
        <p:spPr>
          <a:xfrm>
            <a:off x="877289" y="4543961"/>
            <a:ext cx="6403301" cy="535531"/>
          </a:xfrm>
        </p:spPr>
        <p:txBody>
          <a:bodyPr wrap="square" anchor="t">
            <a:spAutoFit/>
          </a:bodyPr>
          <a:lstStyle>
            <a:lvl1pPr marL="0" marR="0" indent="0" algn="l" defTabSz="914217" rtl="0" eaLnBrk="1" fontAlgn="base" latinLnBrk="0" hangingPunct="1">
              <a:lnSpc>
                <a:spcPct val="90000"/>
              </a:lnSpc>
              <a:spcBef>
                <a:spcPts val="0"/>
              </a:spcBef>
              <a:spcAft>
                <a:spcPct val="0"/>
              </a:spcAft>
              <a:buClrTx/>
              <a:buSzTx/>
              <a:buFont typeface="Arial" pitchFamily="34" charset="0"/>
              <a:buNone/>
              <a:tabLst/>
              <a:defRPr sz="1600" b="0" i="0" cap="all" baseline="0">
                <a:solidFill>
                  <a:schemeClr val="tx1"/>
                </a:solidFill>
                <a:latin typeface="Graphik Regular" panose="020B0503030202060203" pitchFamily="34" charset="77"/>
              </a:defRPr>
            </a:lvl1pPr>
            <a:lvl2pPr algn="ctr">
              <a:defRPr sz="4399" b="1">
                <a:latin typeface="Arial Black" panose="020B0A04020102020204" pitchFamily="34" charset="0"/>
              </a:defRPr>
            </a:lvl2pPr>
            <a:lvl3pPr algn="ctr">
              <a:defRPr sz="4399" b="1">
                <a:latin typeface="Arial Black" panose="020B0A04020102020204" pitchFamily="34" charset="0"/>
              </a:defRPr>
            </a:lvl3pPr>
            <a:lvl4pPr algn="ctr">
              <a:defRPr sz="4399" b="1">
                <a:latin typeface="Arial Black" panose="020B0A04020102020204" pitchFamily="34" charset="0"/>
              </a:defRPr>
            </a:lvl4pPr>
            <a:lvl5pPr algn="ctr">
              <a:defRPr sz="4399" b="1">
                <a:latin typeface="Arial Black" panose="020B0A04020102020204" pitchFamily="34" charset="0"/>
              </a:defRPr>
            </a:lvl5pPr>
          </a:lstStyle>
          <a:p>
            <a:r>
              <a:rPr lang="en-US" dirty="0"/>
              <a:t>INSERT AUTHOR’S DETAILS HERE.</a:t>
            </a:r>
            <a:br>
              <a:rPr lang="en-US" dirty="0"/>
            </a:br>
            <a:r>
              <a:rPr lang="en-US" dirty="0"/>
              <a:t>UPPERCASE, maximum 3 lines at 16pt, MINIMUM 14PT. </a:t>
            </a:r>
          </a:p>
        </p:txBody>
      </p:sp>
      <p:sp>
        <p:nvSpPr>
          <p:cNvPr id="2" name="Footer Placeholder 1"/>
          <p:cNvSpPr>
            <a:spLocks noGrp="1"/>
          </p:cNvSpPr>
          <p:nvPr>
            <p:ph type="ftr" sz="quarter" idx="36"/>
          </p:nvPr>
        </p:nvSpPr>
        <p:spPr/>
        <p:txBody>
          <a:bodyPr/>
          <a:lstStyle/>
          <a:p>
            <a:r>
              <a:rPr lang="en-US"/>
              <a:t>Copyright © 2018 Accenture. All rights reserved.</a:t>
            </a:r>
            <a:endParaRPr lang="en-AU" dirty="0"/>
          </a:p>
        </p:txBody>
      </p:sp>
      <p:sp>
        <p:nvSpPr>
          <p:cNvPr id="3" name="Slide Number Placeholder 2"/>
          <p:cNvSpPr>
            <a:spLocks noGrp="1"/>
          </p:cNvSpPr>
          <p:nvPr>
            <p:ph type="sldNum" sz="quarter" idx="37"/>
          </p:nvPr>
        </p:nvSpPr>
        <p:spPr/>
        <p:txBody>
          <a:bodyPr/>
          <a:lstStyle/>
          <a:p>
            <a:pPr>
              <a:defRPr/>
            </a:pPr>
            <a:fld id="{90CBDC3A-D49F-4631-A8C7-55D59B33E5FA}" type="slidenum">
              <a:rPr lang="en-US" smtClean="0"/>
              <a:pPr>
                <a:defRPr/>
              </a:pPr>
              <a:t>‹#›</a:t>
            </a:fld>
            <a:endParaRPr lang="en-US" dirty="0"/>
          </a:p>
        </p:txBody>
      </p:sp>
      <p:sp>
        <p:nvSpPr>
          <p:cNvPr id="10" name="Title 3">
            <a:extLst>
              <a:ext uri="{FF2B5EF4-FFF2-40B4-BE49-F238E27FC236}">
                <a16:creationId xmlns:a16="http://schemas.microsoft.com/office/drawing/2014/main" id="{9D829198-6736-E442-BFA2-66C486E2BE1F}"/>
              </a:ext>
            </a:extLst>
          </p:cNvPr>
          <p:cNvSpPr>
            <a:spLocks noGrp="1"/>
          </p:cNvSpPr>
          <p:nvPr>
            <p:ph type="title" hasCustomPrompt="1"/>
          </p:nvPr>
        </p:nvSpPr>
        <p:spPr>
          <a:xfrm>
            <a:off x="877289" y="2272934"/>
            <a:ext cx="10430983" cy="1661224"/>
          </a:xfrm>
        </p:spPr>
        <p:txBody>
          <a:bodyPr vert="horz" wrap="square" lIns="0" tIns="0" rIns="0" bIns="0" rtlCol="0" anchor="t">
            <a:spAutoFit/>
          </a:bodyPr>
          <a:lstStyle>
            <a:lvl1pPr>
              <a:defRPr lang="en-US" sz="3999" b="0" i="0">
                <a:ea typeface="Roboto" panose="02000000000000000000" pitchFamily="2" charset="0"/>
              </a:defRPr>
            </a:lvl1pPr>
          </a:lstStyle>
          <a:p>
            <a:pPr marL="0" marR="0" lvl="0" indent="0" defTabSz="914217" latinLnBrk="0">
              <a:spcBef>
                <a:spcPts val="800"/>
              </a:spcBef>
              <a:buClrTx/>
              <a:buSzTx/>
              <a:buFont typeface="Arial" pitchFamily="34" charset="0"/>
              <a:buNone/>
              <a:tabLst/>
            </a:pPr>
            <a:r>
              <a:rPr lang="en-US" dirty="0"/>
              <a:t>INSERT QUOTE at 40pt min 36pt MAX 4 LINES AS SE ENIOLESTOTATE CON RAERUM ES INI EREPUDI ODIT EHENDIAM EUM.</a:t>
            </a:r>
          </a:p>
        </p:txBody>
      </p:sp>
    </p:spTree>
    <p:extLst>
      <p:ext uri="{BB962C8B-B14F-4D97-AF65-F5344CB8AC3E}">
        <p14:creationId xmlns:p14="http://schemas.microsoft.com/office/powerpoint/2010/main" val="3144321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Quote 1.5">
    <p:bg>
      <p:bgPr>
        <a:solidFill>
          <a:schemeClr val="bg1"/>
        </a:solidFill>
        <a:effectLst/>
      </p:bgPr>
    </p:bg>
    <p:spTree>
      <p:nvGrpSpPr>
        <p:cNvPr id="1" name=""/>
        <p:cNvGrpSpPr/>
        <p:nvPr/>
      </p:nvGrpSpPr>
      <p:grpSpPr>
        <a:xfrm>
          <a:off x="0" y="0"/>
          <a:ext cx="0" cy="0"/>
          <a:chOff x="0" y="0"/>
          <a:chExt cx="0" cy="0"/>
        </a:xfrm>
      </p:grpSpPr>
      <p:sp>
        <p:nvSpPr>
          <p:cNvPr id="9" name="Text Placeholder 5"/>
          <p:cNvSpPr>
            <a:spLocks noGrp="1"/>
          </p:cNvSpPr>
          <p:nvPr>
            <p:ph type="body" sz="quarter" idx="35" hasCustomPrompt="1"/>
          </p:nvPr>
        </p:nvSpPr>
        <p:spPr>
          <a:xfrm>
            <a:off x="1383924" y="1618900"/>
            <a:ext cx="3823156" cy="997004"/>
          </a:xfrm>
        </p:spPr>
        <p:txBody>
          <a:bodyPr wrap="square" anchor="t">
            <a:spAutoFit/>
          </a:bodyPr>
          <a:lstStyle>
            <a:lvl1pPr marL="0" marR="0" indent="0" algn="r" defTabSz="914217" rtl="0" eaLnBrk="1" fontAlgn="base" latinLnBrk="0" hangingPunct="1">
              <a:lnSpc>
                <a:spcPct val="70000"/>
              </a:lnSpc>
              <a:spcBef>
                <a:spcPts val="0"/>
              </a:spcBef>
              <a:spcAft>
                <a:spcPct val="0"/>
              </a:spcAft>
              <a:buClrTx/>
              <a:buSzTx/>
              <a:buFont typeface="Arial" pitchFamily="34" charset="0"/>
              <a:buNone/>
              <a:tabLst/>
              <a:defRPr sz="2799" b="1" i="0" cap="all" baseline="0">
                <a:solidFill>
                  <a:schemeClr val="tx1"/>
                </a:solidFill>
                <a:latin typeface="Graphik" panose="020B0503030202060203" pitchFamily="34" charset="77"/>
                <a:cs typeface="Graphik" panose="020B0503030202060203" pitchFamily="34" charset="77"/>
              </a:defRPr>
            </a:lvl1pPr>
            <a:lvl2pPr algn="ctr">
              <a:defRPr sz="4399" b="1">
                <a:latin typeface="Arial Black" panose="020B0A04020102020204" pitchFamily="34" charset="0"/>
              </a:defRPr>
            </a:lvl2pPr>
            <a:lvl3pPr algn="ctr">
              <a:defRPr sz="4399" b="1">
                <a:latin typeface="Arial Black" panose="020B0A04020102020204" pitchFamily="34" charset="0"/>
              </a:defRPr>
            </a:lvl3pPr>
            <a:lvl4pPr algn="ctr">
              <a:defRPr sz="4399" b="1">
                <a:latin typeface="Arial Black" panose="020B0A04020102020204" pitchFamily="34" charset="0"/>
              </a:defRPr>
            </a:lvl4pPr>
            <a:lvl5pPr algn="ctr">
              <a:defRPr sz="4399" b="1">
                <a:latin typeface="Arial Black" panose="020B0A04020102020204" pitchFamily="34" charset="0"/>
              </a:defRPr>
            </a:lvl5pPr>
          </a:lstStyle>
          <a:p>
            <a:r>
              <a:rPr lang="en-US" dirty="0"/>
              <a:t>THIS CONTENT CAN TEE UP A QUOTE OR PROVIDE CONTEXT</a:t>
            </a:r>
          </a:p>
        </p:txBody>
      </p:sp>
      <p:sp>
        <p:nvSpPr>
          <p:cNvPr id="2" name="Footer Placeholder 1"/>
          <p:cNvSpPr>
            <a:spLocks noGrp="1"/>
          </p:cNvSpPr>
          <p:nvPr>
            <p:ph type="ftr" sz="quarter" idx="36"/>
          </p:nvPr>
        </p:nvSpPr>
        <p:spPr/>
        <p:txBody>
          <a:bodyPr/>
          <a:lstStyle/>
          <a:p>
            <a:r>
              <a:rPr lang="en-US" dirty="0"/>
              <a:t>Copyright © 2018 Accenture. All rights reserved.</a:t>
            </a:r>
            <a:endParaRPr lang="en-AU" dirty="0"/>
          </a:p>
        </p:txBody>
      </p:sp>
      <p:sp>
        <p:nvSpPr>
          <p:cNvPr id="3" name="Slide Number Placeholder 2"/>
          <p:cNvSpPr>
            <a:spLocks noGrp="1"/>
          </p:cNvSpPr>
          <p:nvPr>
            <p:ph type="sldNum" sz="quarter" idx="37"/>
          </p:nvPr>
        </p:nvSpPr>
        <p:spPr/>
        <p:txBody>
          <a:bodyPr/>
          <a:lstStyle/>
          <a:p>
            <a:pPr>
              <a:defRPr/>
            </a:pPr>
            <a:fld id="{90CBDC3A-D49F-4631-A8C7-55D59B33E5FA}" type="slidenum">
              <a:rPr lang="en-US" smtClean="0"/>
              <a:pPr>
                <a:defRPr/>
              </a:pPr>
              <a:t>‹#›</a:t>
            </a:fld>
            <a:endParaRPr lang="en-US" dirty="0"/>
          </a:p>
        </p:txBody>
      </p:sp>
      <p:sp>
        <p:nvSpPr>
          <p:cNvPr id="11" name="Text Placeholder 5">
            <a:extLst>
              <a:ext uri="{FF2B5EF4-FFF2-40B4-BE49-F238E27FC236}">
                <a16:creationId xmlns:a16="http://schemas.microsoft.com/office/drawing/2014/main" id="{F046CC2E-2457-E44F-A954-34A3F7FEAC73}"/>
              </a:ext>
            </a:extLst>
          </p:cNvPr>
          <p:cNvSpPr>
            <a:spLocks noGrp="1"/>
          </p:cNvSpPr>
          <p:nvPr>
            <p:ph type="body" sz="quarter" idx="38" hasCustomPrompt="1"/>
          </p:nvPr>
        </p:nvSpPr>
        <p:spPr>
          <a:xfrm>
            <a:off x="5530765" y="5388080"/>
            <a:ext cx="3823156" cy="243143"/>
          </a:xfrm>
        </p:spPr>
        <p:txBody>
          <a:bodyPr wrap="square" anchor="t">
            <a:spAutoFit/>
          </a:bodyPr>
          <a:lstStyle>
            <a:lvl1pPr marL="0" marR="0" indent="0" algn="l" defTabSz="914217" rtl="0" eaLnBrk="1" fontAlgn="base" latinLnBrk="0" hangingPunct="1">
              <a:lnSpc>
                <a:spcPct val="70000"/>
              </a:lnSpc>
              <a:spcBef>
                <a:spcPts val="0"/>
              </a:spcBef>
              <a:spcAft>
                <a:spcPct val="0"/>
              </a:spcAft>
              <a:buClrTx/>
              <a:buSzTx/>
              <a:buFont typeface="Arial" pitchFamily="34" charset="0"/>
              <a:buNone/>
              <a:tabLst/>
              <a:defRPr sz="1400" b="1" i="0" cap="all" baseline="0">
                <a:solidFill>
                  <a:schemeClr val="tx1"/>
                </a:solidFill>
                <a:latin typeface="Graphik" panose="020B0503030202060203" pitchFamily="34" charset="77"/>
                <a:cs typeface="Graphik" panose="020B0503030202060203" pitchFamily="34" charset="77"/>
              </a:defRPr>
            </a:lvl1pPr>
            <a:lvl2pPr algn="ctr">
              <a:defRPr sz="4399" b="1">
                <a:latin typeface="Arial Black" panose="020B0A04020102020204" pitchFamily="34" charset="0"/>
              </a:defRPr>
            </a:lvl2pPr>
            <a:lvl3pPr algn="ctr">
              <a:defRPr sz="4399" b="1">
                <a:latin typeface="Arial Black" panose="020B0A04020102020204" pitchFamily="34" charset="0"/>
              </a:defRPr>
            </a:lvl3pPr>
            <a:lvl4pPr algn="ctr">
              <a:defRPr sz="4399" b="1">
                <a:latin typeface="Arial Black" panose="020B0A04020102020204" pitchFamily="34" charset="0"/>
              </a:defRPr>
            </a:lvl4pPr>
            <a:lvl5pPr algn="ctr">
              <a:defRPr sz="4399" b="1">
                <a:latin typeface="Arial Black" panose="020B0A04020102020204" pitchFamily="34" charset="0"/>
              </a:defRPr>
            </a:lvl5pPr>
          </a:lstStyle>
          <a:p>
            <a:r>
              <a:rPr lang="en-US" dirty="0"/>
              <a:t>- QUOTE ATTRIBUTION</a:t>
            </a:r>
          </a:p>
        </p:txBody>
      </p:sp>
      <p:cxnSp>
        <p:nvCxnSpPr>
          <p:cNvPr id="5" name="Straight Connector 4">
            <a:extLst>
              <a:ext uri="{FF2B5EF4-FFF2-40B4-BE49-F238E27FC236}">
                <a16:creationId xmlns:a16="http://schemas.microsoft.com/office/drawing/2014/main" id="{08ACA6EA-CE92-8441-A0B2-3799A12337F9}"/>
              </a:ext>
            </a:extLst>
          </p:cNvPr>
          <p:cNvCxnSpPr/>
          <p:nvPr userDrawn="1"/>
        </p:nvCxnSpPr>
        <p:spPr>
          <a:xfrm>
            <a:off x="5361885" y="1618899"/>
            <a:ext cx="0" cy="3618614"/>
          </a:xfrm>
          <a:prstGeom prst="line">
            <a:avLst/>
          </a:prstGeom>
          <a:ln w="57150" cmpd="sng">
            <a:solidFill>
              <a:schemeClr val="tx1"/>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 name="Title 3">
            <a:extLst>
              <a:ext uri="{FF2B5EF4-FFF2-40B4-BE49-F238E27FC236}">
                <a16:creationId xmlns:a16="http://schemas.microsoft.com/office/drawing/2014/main" id="{0CC275B2-D33C-9C44-B37F-5F09CDA514FA}"/>
              </a:ext>
            </a:extLst>
          </p:cNvPr>
          <p:cNvSpPr>
            <a:spLocks noGrp="1"/>
          </p:cNvSpPr>
          <p:nvPr>
            <p:ph type="title" hasCustomPrompt="1"/>
          </p:nvPr>
        </p:nvSpPr>
        <p:spPr>
          <a:xfrm>
            <a:off x="5530765" y="1618900"/>
            <a:ext cx="5293863" cy="2617675"/>
          </a:xfrm>
        </p:spPr>
        <p:txBody>
          <a:bodyPr vert="horz" wrap="square" lIns="0" tIns="0" rIns="0" bIns="0" rtlCol="0" anchor="t">
            <a:spAutoFit/>
          </a:bodyPr>
          <a:lstStyle>
            <a:lvl1pPr>
              <a:defRPr lang="en-US" sz="4799" b="0" i="0" spc="-150" dirty="0">
                <a:ea typeface="Roboto" panose="02000000000000000000" pitchFamily="2" charset="0"/>
              </a:defRPr>
            </a:lvl1pPr>
          </a:lstStyle>
          <a:p>
            <a:pPr marL="0" marR="0" lvl="0" indent="0" defTabSz="914217" latinLnBrk="0">
              <a:lnSpc>
                <a:spcPct val="70000"/>
              </a:lnSpc>
              <a:spcBef>
                <a:spcPts val="800"/>
              </a:spcBef>
              <a:buClrTx/>
              <a:buSzTx/>
              <a:buFont typeface="Arial" pitchFamily="34" charset="0"/>
              <a:buNone/>
              <a:tabLst/>
            </a:pPr>
            <a:r>
              <a:rPr lang="en-US" dirty="0"/>
              <a:t>“THIS IS A BRIEF BUT IMPACTFUL QUOTE THAT CAN ALSO INCLUDE COLOR TO MAKE YOUR POINT.”</a:t>
            </a:r>
          </a:p>
        </p:txBody>
      </p:sp>
    </p:spTree>
    <p:extLst>
      <p:ext uri="{BB962C8B-B14F-4D97-AF65-F5344CB8AC3E}">
        <p14:creationId xmlns:p14="http://schemas.microsoft.com/office/powerpoint/2010/main" val="41442715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hree Key Points 1.1">
    <p:spTree>
      <p:nvGrpSpPr>
        <p:cNvPr id="1" name=""/>
        <p:cNvGrpSpPr/>
        <p:nvPr/>
      </p:nvGrpSpPr>
      <p:grpSpPr>
        <a:xfrm>
          <a:off x="0" y="0"/>
          <a:ext cx="0" cy="0"/>
          <a:chOff x="0" y="0"/>
          <a:chExt cx="0" cy="0"/>
        </a:xfrm>
      </p:grpSpPr>
      <p:sp>
        <p:nvSpPr>
          <p:cNvPr id="13" name="Slide Number Placeholder 4">
            <a:extLst>
              <a:ext uri="{FF2B5EF4-FFF2-40B4-BE49-F238E27FC236}">
                <a16:creationId xmlns:a16="http://schemas.microsoft.com/office/drawing/2014/main" id="{6588299B-290B-C84B-A077-CA8C2C8C47B4}"/>
              </a:ext>
            </a:extLst>
          </p:cNvPr>
          <p:cNvSpPr>
            <a:spLocks noGrp="1"/>
          </p:cNvSpPr>
          <p:nvPr>
            <p:ph type="sldNum" sz="quarter" idx="4"/>
          </p:nvPr>
        </p:nvSpPr>
        <p:spPr>
          <a:xfrm flipH="1">
            <a:off x="11617001" y="6537474"/>
            <a:ext cx="216084" cy="161888"/>
          </a:xfrm>
          <a:prstGeom prst="rect">
            <a:avLst/>
          </a:prstGeom>
        </p:spPr>
        <p:txBody>
          <a:bodyPr vert="horz" wrap="square" lIns="0" tIns="60944" rIns="0" bIns="60944" numCol="1" anchor="ctr" anchorCtr="0" compatLnSpc="1">
            <a:prstTxWarp prst="textNoShape">
              <a:avLst/>
            </a:prstTxWarp>
            <a:noAutofit/>
          </a:bodyPr>
          <a:lstStyle>
            <a:lvl1pPr algn="r">
              <a:defRPr sz="800" b="0" i="0">
                <a:solidFill>
                  <a:schemeClr val="tx1">
                    <a:alpha val="50000"/>
                  </a:schemeClr>
                </a:solidFill>
                <a:latin typeface="Graphik Regular" panose="020B0503030202060203" pitchFamily="34" charset="77"/>
                <a:ea typeface="Roboto Light" panose="02000000000000000000" pitchFamily="2" charset="0"/>
                <a:cs typeface="Gotham Medium" pitchFamily="2" charset="0"/>
              </a:defRPr>
            </a:lvl1pPr>
          </a:lstStyle>
          <a:p>
            <a:pPr>
              <a:defRPr/>
            </a:pPr>
            <a:fld id="{90CBDC3A-D49F-4631-A8C7-55D59B33E5FA}" type="slidenum">
              <a:rPr lang="en-US" smtClean="0"/>
              <a:pPr>
                <a:defRPr/>
              </a:pPr>
              <a:t>‹#›</a:t>
            </a:fld>
            <a:endParaRPr lang="en-US" dirty="0"/>
          </a:p>
        </p:txBody>
      </p:sp>
      <p:sp>
        <p:nvSpPr>
          <p:cNvPr id="14" name="Footer Placeholder 3">
            <a:extLst>
              <a:ext uri="{FF2B5EF4-FFF2-40B4-BE49-F238E27FC236}">
                <a16:creationId xmlns:a16="http://schemas.microsoft.com/office/drawing/2014/main" id="{3B978C1C-867C-2045-97C4-51C538988DD9}"/>
              </a:ext>
            </a:extLst>
          </p:cNvPr>
          <p:cNvSpPr>
            <a:spLocks noGrp="1"/>
          </p:cNvSpPr>
          <p:nvPr>
            <p:ph type="ftr" sz="quarter" idx="3"/>
          </p:nvPr>
        </p:nvSpPr>
        <p:spPr>
          <a:xfrm>
            <a:off x="7391584" y="6537399"/>
            <a:ext cx="4141956" cy="161962"/>
          </a:xfrm>
          <a:prstGeom prst="rect">
            <a:avLst/>
          </a:prstGeom>
        </p:spPr>
        <p:txBody>
          <a:bodyPr vert="horz" wrap="square" lIns="0" tIns="60944" rIns="0" bIns="60944" numCol="1" anchor="ctr" anchorCtr="0" compatLnSpc="1">
            <a:prstTxWarp prst="textNoShape">
              <a:avLst/>
            </a:prstTxWarp>
            <a:noAutofit/>
          </a:bodyPr>
          <a:lstStyle>
            <a:lvl1pPr algn="r">
              <a:defRPr lang="en-US" sz="800" b="0" i="0">
                <a:solidFill>
                  <a:schemeClr val="tx1">
                    <a:alpha val="50000"/>
                  </a:schemeClr>
                </a:solidFill>
                <a:latin typeface="Graphik Regular" panose="020B0503030202060203" pitchFamily="34" charset="77"/>
                <a:ea typeface="Roboto Light" panose="02000000000000000000" pitchFamily="2" charset="0"/>
                <a:cs typeface="Gotham Medium" pitchFamily="2" charset="0"/>
              </a:defRPr>
            </a:lvl1pPr>
          </a:lstStyle>
          <a:p>
            <a:r>
              <a:rPr lang="en-US" dirty="0"/>
              <a:t>Copyright © 2018 Accenture. All rights reserved.</a:t>
            </a:r>
          </a:p>
        </p:txBody>
      </p:sp>
      <p:sp>
        <p:nvSpPr>
          <p:cNvPr id="3" name="Text Placeholder 2">
            <a:extLst>
              <a:ext uri="{FF2B5EF4-FFF2-40B4-BE49-F238E27FC236}">
                <a16:creationId xmlns:a16="http://schemas.microsoft.com/office/drawing/2014/main" id="{70B01807-FA4D-6340-80D1-7C3F4F897D75}"/>
              </a:ext>
            </a:extLst>
          </p:cNvPr>
          <p:cNvSpPr>
            <a:spLocks noGrp="1"/>
          </p:cNvSpPr>
          <p:nvPr>
            <p:ph type="body" sz="quarter" idx="19" hasCustomPrompt="1"/>
          </p:nvPr>
        </p:nvSpPr>
        <p:spPr>
          <a:xfrm>
            <a:off x="425171" y="2223573"/>
            <a:ext cx="3659029" cy="393609"/>
          </a:xfrm>
        </p:spPr>
        <p:txBody>
          <a:bodyPr vert="horz" lIns="0" tIns="0" rIns="0" bIns="0" rtlCol="0" anchor="b">
            <a:noAutofit/>
          </a:bodyPr>
          <a:lstStyle>
            <a:lvl1pPr>
              <a:defRPr lang="en-US" sz="1600" b="1" i="0" cap="all" baseline="0" dirty="0">
                <a:solidFill>
                  <a:schemeClr val="accent1"/>
                </a:solidFill>
                <a:latin typeface="Graphik" panose="020B0503030202060203" pitchFamily="34" charset="77"/>
              </a:defRPr>
            </a:lvl1pPr>
          </a:lstStyle>
          <a:p>
            <a:pPr lvl="0">
              <a:lnSpc>
                <a:spcPct val="80000"/>
              </a:lnSpc>
              <a:spcBef>
                <a:spcPts val="0"/>
              </a:spcBef>
            </a:pPr>
            <a:r>
              <a:rPr lang="en-US" dirty="0"/>
              <a:t>ONE OR TWO LINES</a:t>
            </a:r>
          </a:p>
        </p:txBody>
      </p:sp>
      <p:sp>
        <p:nvSpPr>
          <p:cNvPr id="18" name="Text Placeholder 2">
            <a:extLst>
              <a:ext uri="{FF2B5EF4-FFF2-40B4-BE49-F238E27FC236}">
                <a16:creationId xmlns:a16="http://schemas.microsoft.com/office/drawing/2014/main" id="{F40238EA-29B3-8E4B-8D9F-0C47DB505050}"/>
              </a:ext>
            </a:extLst>
          </p:cNvPr>
          <p:cNvSpPr>
            <a:spLocks noGrp="1"/>
          </p:cNvSpPr>
          <p:nvPr>
            <p:ph type="body" sz="quarter" idx="20"/>
          </p:nvPr>
        </p:nvSpPr>
        <p:spPr>
          <a:xfrm>
            <a:off x="425171" y="2716213"/>
            <a:ext cx="3659029" cy="3136477"/>
          </a:xfrm>
        </p:spPr>
        <p:txBody>
          <a:bodyPr/>
          <a:lstStyle>
            <a:lvl1pPr>
              <a:defRPr b="0" i="0"/>
            </a:lvl1pPr>
            <a:lvl2pPr>
              <a:defRPr b="0" i="0"/>
            </a:lvl2pPr>
            <a:lvl3pPr>
              <a:defRPr b="0" i="0"/>
            </a:lvl3pPr>
            <a:lvl4pPr>
              <a:defRPr b="0" i="0"/>
            </a:lvl4pPr>
            <a:lvl5pPr>
              <a:defRPr b="0" i="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2">
            <a:extLst>
              <a:ext uri="{FF2B5EF4-FFF2-40B4-BE49-F238E27FC236}">
                <a16:creationId xmlns:a16="http://schemas.microsoft.com/office/drawing/2014/main" id="{17EDC6CB-3D5D-BE4D-9BC4-629E18FA4A2D}"/>
              </a:ext>
            </a:extLst>
          </p:cNvPr>
          <p:cNvSpPr>
            <a:spLocks noGrp="1"/>
          </p:cNvSpPr>
          <p:nvPr>
            <p:ph type="body" sz="quarter" idx="21"/>
          </p:nvPr>
        </p:nvSpPr>
        <p:spPr>
          <a:xfrm>
            <a:off x="8174056" y="2716213"/>
            <a:ext cx="3659029" cy="3136477"/>
          </a:xfrm>
        </p:spPr>
        <p:txBody>
          <a:bodyPr/>
          <a:lstStyle>
            <a:lvl1pPr>
              <a:defRPr b="0" i="0"/>
            </a:lvl1pPr>
            <a:lvl2pPr>
              <a:defRPr b="0" i="0"/>
            </a:lvl2pPr>
            <a:lvl3pPr>
              <a:defRPr b="0" i="0"/>
            </a:lvl3pPr>
            <a:lvl4pPr>
              <a:defRPr b="0" i="0"/>
            </a:lvl4pPr>
            <a:lvl5pPr>
              <a:defRPr b="0" i="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2">
            <a:extLst>
              <a:ext uri="{FF2B5EF4-FFF2-40B4-BE49-F238E27FC236}">
                <a16:creationId xmlns:a16="http://schemas.microsoft.com/office/drawing/2014/main" id="{A624FE67-92E9-7D49-ACFC-55B8CBCE9221}"/>
              </a:ext>
            </a:extLst>
          </p:cNvPr>
          <p:cNvSpPr>
            <a:spLocks noGrp="1"/>
          </p:cNvSpPr>
          <p:nvPr>
            <p:ph type="body" sz="quarter" idx="22"/>
          </p:nvPr>
        </p:nvSpPr>
        <p:spPr>
          <a:xfrm>
            <a:off x="4299613" y="2716213"/>
            <a:ext cx="3659029" cy="3136477"/>
          </a:xfrm>
        </p:spPr>
        <p:txBody>
          <a:bodyPr/>
          <a:lstStyle>
            <a:lvl1pPr>
              <a:defRPr b="0" i="0"/>
            </a:lvl1pPr>
            <a:lvl2pPr>
              <a:defRPr b="0" i="0"/>
            </a:lvl2pPr>
            <a:lvl3pPr>
              <a:defRPr b="0" i="0"/>
            </a:lvl3pPr>
            <a:lvl4pPr>
              <a:defRPr b="0" i="0"/>
            </a:lvl4pPr>
            <a:lvl5pPr>
              <a:defRPr b="0" i="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2">
            <a:extLst>
              <a:ext uri="{FF2B5EF4-FFF2-40B4-BE49-F238E27FC236}">
                <a16:creationId xmlns:a16="http://schemas.microsoft.com/office/drawing/2014/main" id="{28E2E919-0985-D845-BA0F-4B209C185B52}"/>
              </a:ext>
            </a:extLst>
          </p:cNvPr>
          <p:cNvSpPr>
            <a:spLocks noGrp="1"/>
          </p:cNvSpPr>
          <p:nvPr>
            <p:ph type="body" sz="quarter" idx="23" hasCustomPrompt="1"/>
          </p:nvPr>
        </p:nvSpPr>
        <p:spPr>
          <a:xfrm>
            <a:off x="4299613" y="2223573"/>
            <a:ext cx="3659029" cy="393609"/>
          </a:xfrm>
        </p:spPr>
        <p:txBody>
          <a:bodyPr vert="horz" lIns="0" tIns="0" rIns="0" bIns="0" rtlCol="0" anchor="b">
            <a:noAutofit/>
          </a:bodyPr>
          <a:lstStyle>
            <a:lvl1pPr>
              <a:defRPr lang="en-US" sz="1600" b="1" i="0" cap="all" baseline="0" dirty="0">
                <a:solidFill>
                  <a:schemeClr val="accent1"/>
                </a:solidFill>
                <a:latin typeface="Graphik" panose="020B0503030202060203" pitchFamily="34" charset="77"/>
              </a:defRPr>
            </a:lvl1pPr>
          </a:lstStyle>
          <a:p>
            <a:pPr lvl="0">
              <a:lnSpc>
                <a:spcPct val="80000"/>
              </a:lnSpc>
              <a:spcBef>
                <a:spcPts val="0"/>
              </a:spcBef>
            </a:pPr>
            <a:r>
              <a:rPr lang="en-US" dirty="0"/>
              <a:t>ONE OR TWO LINES</a:t>
            </a:r>
          </a:p>
        </p:txBody>
      </p:sp>
      <p:sp>
        <p:nvSpPr>
          <p:cNvPr id="22" name="Text Placeholder 2">
            <a:extLst>
              <a:ext uri="{FF2B5EF4-FFF2-40B4-BE49-F238E27FC236}">
                <a16:creationId xmlns:a16="http://schemas.microsoft.com/office/drawing/2014/main" id="{62227FC4-2FEC-CB46-84C8-3C2F956A64E8}"/>
              </a:ext>
            </a:extLst>
          </p:cNvPr>
          <p:cNvSpPr>
            <a:spLocks noGrp="1"/>
          </p:cNvSpPr>
          <p:nvPr>
            <p:ph type="body" sz="quarter" idx="24" hasCustomPrompt="1"/>
          </p:nvPr>
        </p:nvSpPr>
        <p:spPr>
          <a:xfrm>
            <a:off x="8174056" y="2223573"/>
            <a:ext cx="3659029" cy="393609"/>
          </a:xfrm>
        </p:spPr>
        <p:txBody>
          <a:bodyPr vert="horz" lIns="0" tIns="0" rIns="0" bIns="0" rtlCol="0" anchor="b">
            <a:noAutofit/>
          </a:bodyPr>
          <a:lstStyle>
            <a:lvl1pPr>
              <a:defRPr lang="en-US" sz="1600" b="1" i="0" cap="all" baseline="0" dirty="0">
                <a:solidFill>
                  <a:schemeClr val="accent1"/>
                </a:solidFill>
                <a:latin typeface="Graphik" panose="020B0503030202060203" pitchFamily="34" charset="77"/>
              </a:defRPr>
            </a:lvl1pPr>
          </a:lstStyle>
          <a:p>
            <a:pPr lvl="0">
              <a:lnSpc>
                <a:spcPct val="80000"/>
              </a:lnSpc>
              <a:spcBef>
                <a:spcPts val="0"/>
              </a:spcBef>
            </a:pPr>
            <a:r>
              <a:rPr lang="en-US" dirty="0"/>
              <a:t>ONE OR TWO LINES</a:t>
            </a:r>
          </a:p>
        </p:txBody>
      </p:sp>
      <p:sp>
        <p:nvSpPr>
          <p:cNvPr id="11" name="Title 1">
            <a:extLst>
              <a:ext uri="{FF2B5EF4-FFF2-40B4-BE49-F238E27FC236}">
                <a16:creationId xmlns:a16="http://schemas.microsoft.com/office/drawing/2014/main" id="{AFF21E0B-9453-014A-8C9D-3848777531F2}"/>
              </a:ext>
            </a:extLst>
          </p:cNvPr>
          <p:cNvSpPr>
            <a:spLocks noGrp="1"/>
          </p:cNvSpPr>
          <p:nvPr>
            <p:ph type="title" hasCustomPrompt="1"/>
          </p:nvPr>
        </p:nvSpPr>
        <p:spPr>
          <a:xfrm>
            <a:off x="425171" y="296863"/>
            <a:ext cx="7326592" cy="1501938"/>
          </a:xfrm>
        </p:spPr>
        <p:txBody>
          <a:bodyPr vert="horz" wrap="square" lIns="0" tIns="0" rIns="0" bIns="0" rtlCol="0" anchor="b">
            <a:noAutofit/>
          </a:bodyPr>
          <a:lstStyle>
            <a:lvl1pPr marL="0" indent="0">
              <a:lnSpc>
                <a:spcPct val="80000"/>
              </a:lnSpc>
              <a:spcBef>
                <a:spcPts val="0"/>
              </a:spcBef>
              <a:buFont typeface="Arial" pitchFamily="34" charset="0"/>
              <a:buNone/>
              <a:defRPr lang="en-US" b="0" i="0">
                <a:ea typeface="Roboto" panose="02000000000000000000" pitchFamily="2" charset="0"/>
              </a:defRPr>
            </a:lvl1pPr>
          </a:lstStyle>
          <a:p>
            <a:pPr marL="0" lvl="0" indent="0">
              <a:spcBef>
                <a:spcPts val="0"/>
              </a:spcBef>
              <a:buFont typeface="Arial" pitchFamily="34" charset="0"/>
              <a:buNone/>
            </a:pPr>
            <a:r>
              <a:rPr lang="en-US" dirty="0"/>
              <a:t>INSERT MAIN TITLE </a:t>
            </a:r>
            <a:br>
              <a:rPr lang="en-US" dirty="0"/>
            </a:br>
            <a:r>
              <a:rPr lang="en-US" dirty="0"/>
              <a:t>AT 36PT MIN 30PT</a:t>
            </a:r>
          </a:p>
        </p:txBody>
      </p:sp>
    </p:spTree>
    <p:extLst>
      <p:ext uri="{BB962C8B-B14F-4D97-AF65-F5344CB8AC3E}">
        <p14:creationId xmlns:p14="http://schemas.microsoft.com/office/powerpoint/2010/main" val="36861961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Blank 1.1">
    <p:bg>
      <p:bgPr>
        <a:solidFill>
          <a:schemeClr val="bg1"/>
        </a:solidFill>
        <a:effectLst/>
      </p:bgPr>
    </p:bg>
    <p:spTree>
      <p:nvGrpSpPr>
        <p:cNvPr id="1" name=""/>
        <p:cNvGrpSpPr/>
        <p:nvPr/>
      </p:nvGrpSpPr>
      <p:grpSpPr>
        <a:xfrm>
          <a:off x="0" y="0"/>
          <a:ext cx="0" cy="0"/>
          <a:chOff x="0" y="0"/>
          <a:chExt cx="0" cy="0"/>
        </a:xfrm>
      </p:grpSpPr>
      <p:sp>
        <p:nvSpPr>
          <p:cNvPr id="2" name="Footer Placeholder 1"/>
          <p:cNvSpPr>
            <a:spLocks noGrp="1"/>
          </p:cNvSpPr>
          <p:nvPr>
            <p:ph type="ftr" sz="quarter" idx="34"/>
          </p:nvPr>
        </p:nvSpPr>
        <p:spPr/>
        <p:txBody>
          <a:bodyPr/>
          <a:lstStyle/>
          <a:p>
            <a:r>
              <a:rPr lang="en-US"/>
              <a:t>Copyright © 2018 Accenture. All rights reserved.</a:t>
            </a:r>
            <a:endParaRPr lang="en-AU" dirty="0"/>
          </a:p>
        </p:txBody>
      </p:sp>
      <p:sp>
        <p:nvSpPr>
          <p:cNvPr id="3" name="Slide Number Placeholder 2"/>
          <p:cNvSpPr>
            <a:spLocks noGrp="1"/>
          </p:cNvSpPr>
          <p:nvPr>
            <p:ph type="sldNum" sz="quarter" idx="35"/>
          </p:nvPr>
        </p:nvSpPr>
        <p:spPr/>
        <p:txBody>
          <a:body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13493876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People 1.1">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14EFB02A-654B-4E29-B9A3-AE46D6978A4B}"/>
              </a:ext>
            </a:extLst>
          </p:cNvPr>
          <p:cNvSpPr>
            <a:spLocks noGrp="1" noChangeAspect="1"/>
          </p:cNvSpPr>
          <p:nvPr>
            <p:ph type="pic" sz="quarter" idx="23" hasCustomPrompt="1"/>
          </p:nvPr>
        </p:nvSpPr>
        <p:spPr>
          <a:xfrm>
            <a:off x="442913" y="2091511"/>
            <a:ext cx="2341779" cy="2340322"/>
          </a:xfrm>
          <a:prstGeom prst="ellipse">
            <a:avLst/>
          </a:prstGeom>
          <a:solidFill>
            <a:schemeClr val="bg1">
              <a:lumMod val="95000"/>
            </a:schemeClr>
          </a:solidFill>
        </p:spPr>
        <p:txBody>
          <a:bodyPr lIns="108000" tIns="108000" rIns="0">
            <a:normAutofit/>
          </a:bodyPr>
          <a:lstStyle>
            <a:lvl1pPr>
              <a:defRPr sz="1299" b="0" i="0"/>
            </a:lvl1pPr>
          </a:lstStyle>
          <a:p>
            <a:r>
              <a:rPr lang="en-AU" dirty="0"/>
              <a:t>Insert picture here</a:t>
            </a:r>
          </a:p>
        </p:txBody>
      </p:sp>
      <p:sp>
        <p:nvSpPr>
          <p:cNvPr id="7" name="Text Placeholder 41">
            <a:extLst>
              <a:ext uri="{FF2B5EF4-FFF2-40B4-BE49-F238E27FC236}">
                <a16:creationId xmlns:a16="http://schemas.microsoft.com/office/drawing/2014/main" id="{177E48E2-2013-4BC4-A6E0-ED65C0E47706}"/>
              </a:ext>
            </a:extLst>
          </p:cNvPr>
          <p:cNvSpPr>
            <a:spLocks noGrp="1"/>
          </p:cNvSpPr>
          <p:nvPr>
            <p:ph type="body" sz="quarter" idx="22"/>
          </p:nvPr>
        </p:nvSpPr>
        <p:spPr>
          <a:xfrm>
            <a:off x="442913" y="4646143"/>
            <a:ext cx="2338387" cy="1660525"/>
          </a:xfrm>
        </p:spPr>
        <p:txBody>
          <a:bodyPr wrap="square">
            <a:noAutofit/>
          </a:bodyPr>
          <a:lstStyle>
            <a:lvl1pPr>
              <a:lnSpc>
                <a:spcPct val="110000"/>
              </a:lnSpc>
              <a:spcAft>
                <a:spcPts val="200"/>
              </a:spcAft>
              <a:defRPr sz="1100" b="0" i="0">
                <a:solidFill>
                  <a:schemeClr val="accent1"/>
                </a:solidFill>
                <a:latin typeface="Graphik" panose="020B0503030202060203" pitchFamily="34" charset="77"/>
              </a:defRPr>
            </a:lvl1pPr>
            <a:lvl2pPr>
              <a:lnSpc>
                <a:spcPct val="110000"/>
              </a:lnSpc>
              <a:spcAft>
                <a:spcPts val="200"/>
              </a:spcAft>
              <a:defRPr sz="1100" b="0" i="0">
                <a:solidFill>
                  <a:schemeClr val="accent1"/>
                </a:solidFill>
                <a:latin typeface="Graphik" panose="020B0503030202060203" pitchFamily="34" charset="77"/>
              </a:defRPr>
            </a:lvl2pPr>
          </a:lstStyle>
          <a:p>
            <a:pPr lvl="0"/>
            <a:r>
              <a:rPr lang="en-US" dirty="0"/>
              <a:t>Edit Master text styles</a:t>
            </a:r>
          </a:p>
          <a:p>
            <a:pPr lvl="1"/>
            <a:r>
              <a:rPr lang="en-US" dirty="0"/>
              <a:t>Second level</a:t>
            </a:r>
          </a:p>
        </p:txBody>
      </p:sp>
      <p:sp>
        <p:nvSpPr>
          <p:cNvPr id="8" name="Text Placeholder 41">
            <a:extLst>
              <a:ext uri="{FF2B5EF4-FFF2-40B4-BE49-F238E27FC236}">
                <a16:creationId xmlns:a16="http://schemas.microsoft.com/office/drawing/2014/main" id="{3411D5B4-838F-41BF-8351-90594902ADE2}"/>
              </a:ext>
            </a:extLst>
          </p:cNvPr>
          <p:cNvSpPr>
            <a:spLocks noGrp="1"/>
          </p:cNvSpPr>
          <p:nvPr>
            <p:ph type="body" sz="quarter" idx="17" hasCustomPrompt="1"/>
          </p:nvPr>
        </p:nvSpPr>
        <p:spPr>
          <a:xfrm>
            <a:off x="3260062" y="2105803"/>
            <a:ext cx="2289401" cy="4200866"/>
          </a:xfrm>
        </p:spPr>
        <p:txBody>
          <a:bodyPr wrap="square">
            <a:noAutofit/>
          </a:bodyPr>
          <a:lstStyle>
            <a:lvl1pPr>
              <a:lnSpc>
                <a:spcPct val="110000"/>
              </a:lnSpc>
              <a:spcBef>
                <a:spcPts val="800"/>
              </a:spcBef>
              <a:spcAft>
                <a:spcPts val="1200"/>
              </a:spcAft>
              <a:defRPr sz="1100" b="0" i="0">
                <a:solidFill>
                  <a:schemeClr val="tx1"/>
                </a:solidFill>
                <a:latin typeface="Graphik" panose="020B0503030202060203" pitchFamily="34" charset="77"/>
              </a:defRPr>
            </a:lvl1pPr>
            <a:lvl2pPr marL="0" indent="0">
              <a:lnSpc>
                <a:spcPct val="110000"/>
              </a:lnSpc>
              <a:spcAft>
                <a:spcPts val="1200"/>
              </a:spcAft>
              <a:buNone/>
              <a:defRPr sz="1100" b="0" i="0">
                <a:solidFill>
                  <a:schemeClr val="tx1"/>
                </a:solidFill>
                <a:latin typeface="Graphik" panose="020B0503030202060203" pitchFamily="34" charset="77"/>
              </a:defRPr>
            </a:lvl2pPr>
            <a:lvl3pPr>
              <a:defRPr sz="1100" b="1">
                <a:solidFill>
                  <a:schemeClr val="tx1"/>
                </a:solidFill>
                <a:latin typeface="Graphik" panose="020B0503030202060203" pitchFamily="34" charset="77"/>
              </a:defRPr>
            </a:lvl3pPr>
          </a:lstStyle>
          <a:p>
            <a:pPr lvl="0"/>
            <a:r>
              <a:rPr lang="en-US" dirty="0"/>
              <a:t>About here</a:t>
            </a:r>
          </a:p>
          <a:p>
            <a:pPr lvl="1"/>
            <a:r>
              <a:rPr lang="en-US" dirty="0"/>
              <a:t>Second level</a:t>
            </a:r>
          </a:p>
        </p:txBody>
      </p:sp>
      <p:sp>
        <p:nvSpPr>
          <p:cNvPr id="10" name="Text Placeholder 41">
            <a:extLst>
              <a:ext uri="{FF2B5EF4-FFF2-40B4-BE49-F238E27FC236}">
                <a16:creationId xmlns:a16="http://schemas.microsoft.com/office/drawing/2014/main" id="{1A4486B8-69BA-4564-A60F-B7B2AFE9878D}"/>
              </a:ext>
            </a:extLst>
          </p:cNvPr>
          <p:cNvSpPr>
            <a:spLocks noGrp="1"/>
          </p:cNvSpPr>
          <p:nvPr>
            <p:ph type="body" sz="quarter" idx="24" hasCustomPrompt="1"/>
          </p:nvPr>
        </p:nvSpPr>
        <p:spPr>
          <a:xfrm>
            <a:off x="6060496" y="2105802"/>
            <a:ext cx="2335768" cy="849656"/>
          </a:xfrm>
        </p:spPr>
        <p:txBody>
          <a:bodyPr wrap="square">
            <a:spAutoFit/>
          </a:bodyPr>
          <a:lstStyle>
            <a:lvl1pPr>
              <a:lnSpc>
                <a:spcPct val="110000"/>
              </a:lnSpc>
              <a:spcBef>
                <a:spcPts val="1200"/>
              </a:spcBef>
              <a:spcAft>
                <a:spcPts val="200"/>
              </a:spcAft>
              <a:defRPr sz="1100" b="0" i="0">
                <a:solidFill>
                  <a:schemeClr val="tx1"/>
                </a:solidFill>
                <a:latin typeface="Graphik" panose="020B0503030202060203" pitchFamily="34" charset="77"/>
              </a:defRPr>
            </a:lvl1pPr>
            <a:lvl2pPr marL="0" indent="0">
              <a:lnSpc>
                <a:spcPct val="100000"/>
              </a:lnSpc>
              <a:spcAft>
                <a:spcPts val="600"/>
              </a:spcAft>
              <a:buNone/>
              <a:defRPr sz="1100" b="0" i="0">
                <a:solidFill>
                  <a:schemeClr val="accent1"/>
                </a:solidFill>
                <a:latin typeface="Graphik" panose="020B0503030202060203" pitchFamily="34" charset="77"/>
              </a:defRPr>
            </a:lvl2pPr>
            <a:lvl3pPr marL="0" indent="0">
              <a:lnSpc>
                <a:spcPct val="110000"/>
              </a:lnSpc>
              <a:buNone/>
              <a:defRPr sz="1100" b="0" i="0">
                <a:solidFill>
                  <a:schemeClr val="tx1"/>
                </a:solidFill>
                <a:latin typeface="Graphik" panose="020B0503030202060203" pitchFamily="34" charset="77"/>
              </a:defRPr>
            </a:lvl3pPr>
          </a:lstStyle>
          <a:p>
            <a:pPr lvl="0"/>
            <a:r>
              <a:rPr lang="en-US" dirty="0"/>
              <a:t>Project name</a:t>
            </a:r>
          </a:p>
          <a:p>
            <a:pPr lvl="1"/>
            <a:r>
              <a:rPr lang="en-US" dirty="0"/>
              <a:t>Client name</a:t>
            </a:r>
          </a:p>
          <a:p>
            <a:pPr lvl="2"/>
            <a:r>
              <a:rPr lang="en-US" dirty="0"/>
              <a:t>Third level</a:t>
            </a:r>
          </a:p>
        </p:txBody>
      </p:sp>
      <p:sp>
        <p:nvSpPr>
          <p:cNvPr id="15" name="Text Placeholder 41">
            <a:extLst>
              <a:ext uri="{FF2B5EF4-FFF2-40B4-BE49-F238E27FC236}">
                <a16:creationId xmlns:a16="http://schemas.microsoft.com/office/drawing/2014/main" id="{5EB2EFD1-3790-4B8B-9737-49D19852164F}"/>
              </a:ext>
            </a:extLst>
          </p:cNvPr>
          <p:cNvSpPr>
            <a:spLocks noGrp="1"/>
          </p:cNvSpPr>
          <p:nvPr>
            <p:ph type="body" sz="quarter" idx="26" hasCustomPrompt="1"/>
          </p:nvPr>
        </p:nvSpPr>
        <p:spPr>
          <a:xfrm>
            <a:off x="8872539" y="2105802"/>
            <a:ext cx="2335768" cy="849656"/>
          </a:xfrm>
        </p:spPr>
        <p:txBody>
          <a:bodyPr wrap="square">
            <a:spAutoFit/>
          </a:bodyPr>
          <a:lstStyle>
            <a:lvl1pPr>
              <a:lnSpc>
                <a:spcPct val="110000"/>
              </a:lnSpc>
              <a:spcBef>
                <a:spcPts val="1200"/>
              </a:spcBef>
              <a:spcAft>
                <a:spcPts val="200"/>
              </a:spcAft>
              <a:defRPr sz="1100" b="0" i="0">
                <a:solidFill>
                  <a:schemeClr val="tx1"/>
                </a:solidFill>
                <a:latin typeface="Graphik" panose="020B0503030202060203" pitchFamily="34" charset="77"/>
              </a:defRPr>
            </a:lvl1pPr>
            <a:lvl2pPr marL="0" indent="0">
              <a:lnSpc>
                <a:spcPct val="100000"/>
              </a:lnSpc>
              <a:spcAft>
                <a:spcPts val="600"/>
              </a:spcAft>
              <a:buNone/>
              <a:defRPr sz="1100" b="0" i="0">
                <a:solidFill>
                  <a:schemeClr val="accent1"/>
                </a:solidFill>
                <a:latin typeface="Graphik" panose="020B0503030202060203" pitchFamily="34" charset="77"/>
              </a:defRPr>
            </a:lvl2pPr>
            <a:lvl3pPr marL="0" indent="0">
              <a:lnSpc>
                <a:spcPct val="110000"/>
              </a:lnSpc>
              <a:buNone/>
              <a:defRPr sz="1100" b="0" i="0">
                <a:solidFill>
                  <a:schemeClr val="tx1"/>
                </a:solidFill>
                <a:latin typeface="Graphik" panose="020B0503030202060203" pitchFamily="34" charset="77"/>
              </a:defRPr>
            </a:lvl3pPr>
          </a:lstStyle>
          <a:p>
            <a:pPr lvl="0"/>
            <a:r>
              <a:rPr lang="en-US" dirty="0"/>
              <a:t>Project name</a:t>
            </a:r>
          </a:p>
          <a:p>
            <a:pPr lvl="1"/>
            <a:r>
              <a:rPr lang="en-US" dirty="0"/>
              <a:t>Client name</a:t>
            </a:r>
          </a:p>
          <a:p>
            <a:pPr lvl="2"/>
            <a:r>
              <a:rPr lang="en-US" dirty="0"/>
              <a:t>Third level</a:t>
            </a:r>
          </a:p>
        </p:txBody>
      </p:sp>
      <p:sp>
        <p:nvSpPr>
          <p:cNvPr id="11" name="Footer Placeholder 1">
            <a:extLst>
              <a:ext uri="{FF2B5EF4-FFF2-40B4-BE49-F238E27FC236}">
                <a16:creationId xmlns:a16="http://schemas.microsoft.com/office/drawing/2014/main" id="{D0854C54-6555-994A-A940-662B0C5AAD66}"/>
              </a:ext>
            </a:extLst>
          </p:cNvPr>
          <p:cNvSpPr>
            <a:spLocks noGrp="1"/>
          </p:cNvSpPr>
          <p:nvPr>
            <p:ph type="ftr" sz="quarter" idx="36"/>
          </p:nvPr>
        </p:nvSpPr>
        <p:spPr>
          <a:xfrm>
            <a:off x="7391584" y="6537399"/>
            <a:ext cx="4141956" cy="161962"/>
          </a:xfrm>
        </p:spPr>
        <p:txBody>
          <a:bodyPr/>
          <a:lstStyle/>
          <a:p>
            <a:r>
              <a:rPr lang="en-US" dirty="0"/>
              <a:t>Copyright © 2018 Accenture. All rights reserved.</a:t>
            </a:r>
            <a:endParaRPr lang="en-AU" dirty="0"/>
          </a:p>
        </p:txBody>
      </p:sp>
      <p:sp>
        <p:nvSpPr>
          <p:cNvPr id="12" name="Slide Number Placeholder 2">
            <a:extLst>
              <a:ext uri="{FF2B5EF4-FFF2-40B4-BE49-F238E27FC236}">
                <a16:creationId xmlns:a16="http://schemas.microsoft.com/office/drawing/2014/main" id="{28BE1AEE-5D99-C046-A8C6-C03345AB0D5A}"/>
              </a:ext>
            </a:extLst>
          </p:cNvPr>
          <p:cNvSpPr>
            <a:spLocks noGrp="1"/>
          </p:cNvSpPr>
          <p:nvPr>
            <p:ph type="sldNum" sz="quarter" idx="37"/>
          </p:nvPr>
        </p:nvSpPr>
        <p:spPr>
          <a:xfrm flipH="1">
            <a:off x="11617001" y="6537474"/>
            <a:ext cx="216084" cy="161888"/>
          </a:xfrm>
        </p:spPr>
        <p:txBody>
          <a:bodyPr/>
          <a:lstStyle/>
          <a:p>
            <a:pPr>
              <a:defRPr/>
            </a:pPr>
            <a:fld id="{90CBDC3A-D49F-4631-A8C7-55D59B33E5FA}" type="slidenum">
              <a:rPr lang="en-US" smtClean="0"/>
              <a:pPr>
                <a:defRPr/>
              </a:pPr>
              <a:t>‹#›</a:t>
            </a:fld>
            <a:endParaRPr lang="en-US" dirty="0"/>
          </a:p>
        </p:txBody>
      </p:sp>
      <p:sp>
        <p:nvSpPr>
          <p:cNvPr id="14" name="Title 1">
            <a:extLst>
              <a:ext uri="{FF2B5EF4-FFF2-40B4-BE49-F238E27FC236}">
                <a16:creationId xmlns:a16="http://schemas.microsoft.com/office/drawing/2014/main" id="{2C4FB7A1-E025-1B4E-BD44-9BDA28BC73EA}"/>
              </a:ext>
            </a:extLst>
          </p:cNvPr>
          <p:cNvSpPr>
            <a:spLocks noGrp="1"/>
          </p:cNvSpPr>
          <p:nvPr>
            <p:ph type="title" hasCustomPrompt="1"/>
          </p:nvPr>
        </p:nvSpPr>
        <p:spPr>
          <a:xfrm>
            <a:off x="425171" y="296863"/>
            <a:ext cx="7326592" cy="1501938"/>
          </a:xfrm>
        </p:spPr>
        <p:txBody>
          <a:bodyPr vert="horz" wrap="square" lIns="0" tIns="0" rIns="0" bIns="0" rtlCol="0" anchor="b">
            <a:noAutofit/>
          </a:bodyPr>
          <a:lstStyle>
            <a:lvl1pPr marL="0" indent="0">
              <a:lnSpc>
                <a:spcPct val="80000"/>
              </a:lnSpc>
              <a:spcBef>
                <a:spcPts val="0"/>
              </a:spcBef>
              <a:buFont typeface="Arial" pitchFamily="34" charset="0"/>
              <a:buNone/>
              <a:defRPr lang="en-US" b="0" i="0">
                <a:ea typeface="Roboto" panose="02000000000000000000" pitchFamily="2" charset="0"/>
              </a:defRPr>
            </a:lvl1pPr>
          </a:lstStyle>
          <a:p>
            <a:pPr marL="0" lvl="0" indent="0">
              <a:spcBef>
                <a:spcPts val="0"/>
              </a:spcBef>
              <a:buFont typeface="Arial" pitchFamily="34" charset="0"/>
              <a:buNone/>
            </a:pPr>
            <a:r>
              <a:rPr lang="en-US" dirty="0"/>
              <a:t>INSERT MAIN TITLE </a:t>
            </a:r>
            <a:br>
              <a:rPr lang="en-US" dirty="0"/>
            </a:br>
            <a:r>
              <a:rPr lang="en-US" dirty="0"/>
              <a:t>AT 36PT MIN 30PT</a:t>
            </a:r>
          </a:p>
        </p:txBody>
      </p:sp>
    </p:spTree>
    <p:extLst>
      <p:ext uri="{BB962C8B-B14F-4D97-AF65-F5344CB8AC3E}">
        <p14:creationId xmlns:p14="http://schemas.microsoft.com/office/powerpoint/2010/main" val="3736549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Divider 1.2">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pic>
        <p:nvPicPr>
          <p:cNvPr id="9" name="Picture 8">
            <a:extLst>
              <a:ext uri="{FF2B5EF4-FFF2-40B4-BE49-F238E27FC236}">
                <a16:creationId xmlns:a16="http://schemas.microsoft.com/office/drawing/2014/main" id="{71EC0C07-9CB6-574A-8F51-81F43A6FE0B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40897" y="376241"/>
            <a:ext cx="2579388" cy="513630"/>
          </a:xfrm>
          <a:prstGeom prst="rect">
            <a:avLst/>
          </a:prstGeom>
        </p:spPr>
      </p:pic>
      <p:sp>
        <p:nvSpPr>
          <p:cNvPr id="19" name="Footer Placeholder 1">
            <a:extLst>
              <a:ext uri="{FF2B5EF4-FFF2-40B4-BE49-F238E27FC236}">
                <a16:creationId xmlns:a16="http://schemas.microsoft.com/office/drawing/2014/main" id="{195CDC40-048A-8746-ADDA-3014F13E384D}"/>
              </a:ext>
            </a:extLst>
          </p:cNvPr>
          <p:cNvSpPr>
            <a:spLocks noGrp="1"/>
          </p:cNvSpPr>
          <p:nvPr>
            <p:ph type="ftr" sz="quarter" idx="31"/>
          </p:nvPr>
        </p:nvSpPr>
        <p:spPr>
          <a:xfrm>
            <a:off x="7391584" y="6537399"/>
            <a:ext cx="4141956" cy="161962"/>
          </a:xfrm>
        </p:spPr>
        <p:txBody>
          <a:bodyPr/>
          <a:lstStyle>
            <a:lvl1pPr>
              <a:defRPr>
                <a:solidFill>
                  <a:schemeClr val="tx1">
                    <a:alpha val="50000"/>
                  </a:schemeClr>
                </a:solidFill>
              </a:defRPr>
            </a:lvl1pPr>
          </a:lstStyle>
          <a:p>
            <a:r>
              <a:rPr lang="en-US" dirty="0"/>
              <a:t>Copyright © 2018 Accenture. All rights reserved.</a:t>
            </a:r>
          </a:p>
        </p:txBody>
      </p:sp>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tx1">
                    <a:alpha val="50000"/>
                  </a:schemeClr>
                </a:solidFill>
              </a:defRPr>
            </a:lvl1pPr>
          </a:lstStyle>
          <a:p>
            <a:pPr>
              <a:defRPr/>
            </a:pPr>
            <a:fld id="{90CBDC3A-D49F-4631-A8C7-55D59B33E5FA}" type="slidenum">
              <a:rPr lang="en-US" smtClean="0"/>
              <a:pPr>
                <a:defRPr/>
              </a:pPr>
              <a:t>‹#›</a:t>
            </a:fld>
            <a:endParaRPr lang="en-US" dirty="0"/>
          </a:p>
        </p:txBody>
      </p:sp>
      <p:sp>
        <p:nvSpPr>
          <p:cNvPr id="26" name="Text Placeholder 45">
            <a:extLst>
              <a:ext uri="{FF2B5EF4-FFF2-40B4-BE49-F238E27FC236}">
                <a16:creationId xmlns:a16="http://schemas.microsoft.com/office/drawing/2014/main" id="{8031E14C-5117-A446-9A05-8417A3777E29}"/>
              </a:ext>
            </a:extLst>
          </p:cNvPr>
          <p:cNvSpPr>
            <a:spLocks noGrp="1"/>
          </p:cNvSpPr>
          <p:nvPr>
            <p:ph type="body" sz="quarter" idx="10" hasCustomPrompt="1"/>
          </p:nvPr>
        </p:nvSpPr>
        <p:spPr>
          <a:xfrm>
            <a:off x="538565" y="3447509"/>
            <a:ext cx="5273663" cy="987196"/>
          </a:xfrm>
        </p:spPr>
        <p:txBody>
          <a:bodyPr/>
          <a:lstStyle>
            <a:lvl1pPr>
              <a:lnSpc>
                <a:spcPct val="100000"/>
              </a:lnSpc>
              <a:defRPr sz="2799" b="0" i="0">
                <a:latin typeface="Graphik" panose="020B0503030202060203" pitchFamily="34" charset="77"/>
              </a:defRPr>
            </a:lvl1pPr>
          </a:lstStyle>
          <a:p>
            <a:r>
              <a:rPr lang="en-AU" dirty="0"/>
              <a:t>Lorem ipsum </a:t>
            </a:r>
            <a:r>
              <a:rPr lang="en-AU" dirty="0" err="1"/>
              <a:t>dolor</a:t>
            </a:r>
            <a:r>
              <a:rPr lang="en-AU" dirty="0"/>
              <a:t> sit </a:t>
            </a:r>
            <a:r>
              <a:rPr lang="en-AU" dirty="0" err="1"/>
              <a:t>amet</a:t>
            </a:r>
            <a:r>
              <a:rPr lang="en-AU" dirty="0"/>
              <a:t>. Some text goes here.</a:t>
            </a:r>
          </a:p>
        </p:txBody>
      </p:sp>
      <p:sp>
        <p:nvSpPr>
          <p:cNvPr id="11" name="Title 1">
            <a:extLst>
              <a:ext uri="{FF2B5EF4-FFF2-40B4-BE49-F238E27FC236}">
                <a16:creationId xmlns:a16="http://schemas.microsoft.com/office/drawing/2014/main" id="{2ED74A2E-FDCF-6447-A560-EE24247F7FBA}"/>
              </a:ext>
            </a:extLst>
          </p:cNvPr>
          <p:cNvSpPr>
            <a:spLocks noGrp="1"/>
          </p:cNvSpPr>
          <p:nvPr>
            <p:ph type="ctrTitle" hasCustomPrompt="1"/>
          </p:nvPr>
        </p:nvSpPr>
        <p:spPr>
          <a:xfrm>
            <a:off x="538564" y="2652012"/>
            <a:ext cx="7398714" cy="850033"/>
          </a:xfrm>
        </p:spPr>
        <p:txBody>
          <a:bodyPr anchor="b">
            <a:noAutofit/>
          </a:bodyPr>
          <a:lstStyle>
            <a:lvl1pPr>
              <a:lnSpc>
                <a:spcPct val="70000"/>
              </a:lnSpc>
              <a:defRPr sz="6799" b="0" i="0">
                <a:latin typeface="Graphik Black" panose="020B0503030202060203" pitchFamily="34" charset="77"/>
              </a:defRPr>
            </a:lvl1pPr>
          </a:lstStyle>
          <a:p>
            <a:r>
              <a:rPr lang="en-US" dirty="0"/>
              <a:t>INTRODUCTION</a:t>
            </a:r>
          </a:p>
        </p:txBody>
      </p:sp>
    </p:spTree>
    <p:extLst>
      <p:ext uri="{BB962C8B-B14F-4D97-AF65-F5344CB8AC3E}">
        <p14:creationId xmlns:p14="http://schemas.microsoft.com/office/powerpoint/2010/main" val="3517478560"/>
      </p:ext>
    </p:extLst>
  </p:cSld>
  <p:clrMapOvr>
    <a:masterClrMapping/>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AEF02B-7173-46B2-BC8F-CB2C8C168A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A98944BE-3339-400B-89B5-700F86E5A6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65D84503-E820-4B8A-BD0E-A589A3F476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99FE4D-806A-474A-8789-6D484659508E}" type="datetimeFigureOut">
              <a:rPr lang="nl-NL" smtClean="0"/>
              <a:t>2-3-2020</a:t>
            </a:fld>
            <a:endParaRPr lang="nl-NL"/>
          </a:p>
        </p:txBody>
      </p:sp>
      <p:sp>
        <p:nvSpPr>
          <p:cNvPr id="5" name="Footer Placeholder 4">
            <a:extLst>
              <a:ext uri="{FF2B5EF4-FFF2-40B4-BE49-F238E27FC236}">
                <a16:creationId xmlns:a16="http://schemas.microsoft.com/office/drawing/2014/main" id="{28FC09FF-170F-4713-A43F-66424599E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a:extLst>
              <a:ext uri="{FF2B5EF4-FFF2-40B4-BE49-F238E27FC236}">
                <a16:creationId xmlns:a16="http://schemas.microsoft.com/office/drawing/2014/main" id="{87FA5E3C-F303-46BA-974D-BE4E966DA6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2023F8-DA26-43F2-AE62-B9DE0D023776}" type="slidenum">
              <a:rPr lang="nl-NL" smtClean="0"/>
              <a:t>‹#›</a:t>
            </a:fld>
            <a:endParaRPr lang="nl-NL"/>
          </a:p>
        </p:txBody>
      </p:sp>
    </p:spTree>
    <p:extLst>
      <p:ext uri="{BB962C8B-B14F-4D97-AF65-F5344CB8AC3E}">
        <p14:creationId xmlns:p14="http://schemas.microsoft.com/office/powerpoint/2010/main" val="3881600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6E59192-557A-46EA-A98B-4A8D3DD60B43}"/>
              </a:ext>
            </a:extLst>
          </p:cNvPr>
          <p:cNvPicPr>
            <a:picLocks noChangeAspect="1"/>
          </p:cNvPicPr>
          <p:nvPr/>
        </p:nvPicPr>
        <p:blipFill>
          <a:blip r:embed="rId2"/>
          <a:stretch>
            <a:fillRect/>
          </a:stretch>
        </p:blipFill>
        <p:spPr>
          <a:xfrm>
            <a:off x="218182" y="992554"/>
            <a:ext cx="7998645" cy="3859102"/>
          </a:xfrm>
          <a:prstGeom prst="rect">
            <a:avLst/>
          </a:prstGeom>
        </p:spPr>
      </p:pic>
      <p:pic>
        <p:nvPicPr>
          <p:cNvPr id="11" name="Picture 10">
            <a:extLst>
              <a:ext uri="{FF2B5EF4-FFF2-40B4-BE49-F238E27FC236}">
                <a16:creationId xmlns:a16="http://schemas.microsoft.com/office/drawing/2014/main" id="{1654CF2D-63DE-4B6B-968B-E03542068C67}"/>
              </a:ext>
            </a:extLst>
          </p:cNvPr>
          <p:cNvPicPr>
            <a:picLocks noChangeAspect="1"/>
          </p:cNvPicPr>
          <p:nvPr/>
        </p:nvPicPr>
        <p:blipFill>
          <a:blip r:embed="rId3"/>
          <a:stretch>
            <a:fillRect/>
          </a:stretch>
        </p:blipFill>
        <p:spPr>
          <a:xfrm>
            <a:off x="573190" y="5691904"/>
            <a:ext cx="5340559" cy="841321"/>
          </a:xfrm>
          <a:prstGeom prst="rect">
            <a:avLst/>
          </a:prstGeom>
        </p:spPr>
      </p:pic>
    </p:spTree>
    <p:extLst>
      <p:ext uri="{BB962C8B-B14F-4D97-AF65-F5344CB8AC3E}">
        <p14:creationId xmlns:p14="http://schemas.microsoft.com/office/powerpoint/2010/main" val="3160797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D93A"/>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1BE2E81-F630-44A0-B9B8-9509F48FA8F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346579" y="2299437"/>
            <a:ext cx="914188" cy="914188"/>
          </a:xfrm>
          <a:prstGeom prst="rect">
            <a:avLst/>
          </a:prstGeom>
        </p:spPr>
      </p:pic>
      <p:pic>
        <p:nvPicPr>
          <p:cNvPr id="5" name="Picture 4">
            <a:extLst>
              <a:ext uri="{FF2B5EF4-FFF2-40B4-BE49-F238E27FC236}">
                <a16:creationId xmlns:a16="http://schemas.microsoft.com/office/drawing/2014/main" id="{CE688A9A-0C3B-4394-A8FE-3A98C5EC49B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13993" y="492121"/>
            <a:ext cx="914188" cy="914188"/>
          </a:xfrm>
          <a:prstGeom prst="rect">
            <a:avLst/>
          </a:prstGeom>
        </p:spPr>
      </p:pic>
      <p:sp>
        <p:nvSpPr>
          <p:cNvPr id="4" name="Title 3">
            <a:extLst>
              <a:ext uri="{FF2B5EF4-FFF2-40B4-BE49-F238E27FC236}">
                <a16:creationId xmlns:a16="http://schemas.microsoft.com/office/drawing/2014/main" id="{18BC9774-E9CF-C64C-9758-278EFF8F22FE}"/>
              </a:ext>
            </a:extLst>
          </p:cNvPr>
          <p:cNvSpPr>
            <a:spLocks noGrp="1"/>
          </p:cNvSpPr>
          <p:nvPr>
            <p:ph type="title"/>
          </p:nvPr>
        </p:nvSpPr>
        <p:spPr>
          <a:xfrm>
            <a:off x="3012873" y="1123063"/>
            <a:ext cx="7551577" cy="3022238"/>
          </a:xfrm>
        </p:spPr>
        <p:txBody>
          <a:bodyPr/>
          <a:lstStyle/>
          <a:p>
            <a:r>
              <a:rPr lang="en-US" dirty="0">
                <a:latin typeface="Graphik Black" panose="020B0A03030202060203" pitchFamily="34" charset="0"/>
              </a:rPr>
              <a:t>How do you explain that?</a:t>
            </a:r>
            <a:br>
              <a:rPr lang="en-US" dirty="0">
                <a:latin typeface="Graphik Black" panose="020B0A03030202060203" pitchFamily="34" charset="0"/>
              </a:rPr>
            </a:br>
            <a:r>
              <a:rPr lang="en-US" sz="1800" dirty="0">
                <a:latin typeface="Graphik Black" panose="020B0A03030202060203" pitchFamily="34" charset="0"/>
              </a:rPr>
              <a:t> </a:t>
            </a:r>
            <a:r>
              <a:rPr lang="en-US" sz="4400" dirty="0">
                <a:latin typeface="Graphik Black" panose="020B0A03030202060203" pitchFamily="34" charset="0"/>
              </a:rPr>
              <a:t> </a:t>
            </a:r>
            <a:br>
              <a:rPr lang="en-US" dirty="0">
                <a:latin typeface="Graphik Black" panose="020B0A03030202060203" pitchFamily="34" charset="0"/>
              </a:rPr>
            </a:br>
            <a:r>
              <a:rPr lang="en-US" sz="4000" dirty="0">
                <a:latin typeface="Graphik Black" panose="020B0A03030202060203" pitchFamily="34" charset="0"/>
              </a:rPr>
              <a:t>An assessment of black box model explainers</a:t>
            </a:r>
            <a:endParaRPr lang="en-US" dirty="0">
              <a:latin typeface="Graphik Black" panose="020B0A03030202060203" pitchFamily="34" charset="0"/>
            </a:endParaRPr>
          </a:p>
        </p:txBody>
      </p:sp>
      <p:sp>
        <p:nvSpPr>
          <p:cNvPr id="3" name="Slide Number Placeholder 2">
            <a:extLst>
              <a:ext uri="{FF2B5EF4-FFF2-40B4-BE49-F238E27FC236}">
                <a16:creationId xmlns:a16="http://schemas.microsoft.com/office/drawing/2014/main" id="{591DDC94-5CA8-AE42-B32F-57406218E070}"/>
              </a:ext>
            </a:extLst>
          </p:cNvPr>
          <p:cNvSpPr>
            <a:spLocks noGrp="1"/>
          </p:cNvSpPr>
          <p:nvPr>
            <p:ph type="sldNum" sz="quarter" idx="11"/>
          </p:nvPr>
        </p:nvSpPr>
        <p:spPr/>
        <p:txBody>
          <a:bodyPr/>
          <a:lstStyle/>
          <a:p>
            <a:fld id="{90CBDC3A-D49F-4631-A8C7-55D59B33E5FA}" type="slidenum">
              <a:rPr lang="en-US" smtClean="0"/>
              <a:pPr/>
              <a:t>2</a:t>
            </a:fld>
            <a:endParaRPr lang="en-US" dirty="0"/>
          </a:p>
        </p:txBody>
      </p:sp>
      <p:sp>
        <p:nvSpPr>
          <p:cNvPr id="7" name="TextBox 6">
            <a:extLst>
              <a:ext uri="{FF2B5EF4-FFF2-40B4-BE49-F238E27FC236}">
                <a16:creationId xmlns:a16="http://schemas.microsoft.com/office/drawing/2014/main" id="{C921F7FB-DFFE-4115-A001-8B023311CA70}"/>
              </a:ext>
            </a:extLst>
          </p:cNvPr>
          <p:cNvSpPr txBox="1"/>
          <p:nvPr/>
        </p:nvSpPr>
        <p:spPr>
          <a:xfrm>
            <a:off x="428698" y="5763334"/>
            <a:ext cx="5277678" cy="707886"/>
          </a:xfrm>
          <a:prstGeom prst="rect">
            <a:avLst/>
          </a:prstGeom>
          <a:noFill/>
        </p:spPr>
        <p:txBody>
          <a:bodyPr wrap="square" rtlCol="0">
            <a:spAutoFit/>
          </a:bodyPr>
          <a:lstStyle/>
          <a:p>
            <a:r>
              <a:rPr lang="nl-NL" sz="2000" dirty="0">
                <a:latin typeface="+mj-lt"/>
              </a:rPr>
              <a:t>Author	Marnix Maas</a:t>
            </a:r>
          </a:p>
          <a:p>
            <a:r>
              <a:rPr lang="nl-NL" sz="2000" dirty="0">
                <a:latin typeface="+mj-lt"/>
              </a:rPr>
              <a:t>Date 	6th March 2020</a:t>
            </a:r>
          </a:p>
        </p:txBody>
      </p:sp>
      <p:pic>
        <p:nvPicPr>
          <p:cNvPr id="9" name="Picture 8">
            <a:extLst>
              <a:ext uri="{FF2B5EF4-FFF2-40B4-BE49-F238E27FC236}">
                <a16:creationId xmlns:a16="http://schemas.microsoft.com/office/drawing/2014/main" id="{D6BE6C87-6633-4F32-9B0C-09D47A2916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73270" y="309510"/>
            <a:ext cx="961059" cy="961059"/>
          </a:xfrm>
          <a:prstGeom prst="rect">
            <a:avLst/>
          </a:prstGeom>
        </p:spPr>
      </p:pic>
      <p:pic>
        <p:nvPicPr>
          <p:cNvPr id="13" name="Picture 12">
            <a:extLst>
              <a:ext uri="{FF2B5EF4-FFF2-40B4-BE49-F238E27FC236}">
                <a16:creationId xmlns:a16="http://schemas.microsoft.com/office/drawing/2014/main" id="{3DC22F6F-64FE-424B-B536-C1ECC2D034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36689" y="4939629"/>
            <a:ext cx="2643341" cy="764091"/>
          </a:xfrm>
          <a:prstGeom prst="rect">
            <a:avLst/>
          </a:prstGeom>
        </p:spPr>
      </p:pic>
    </p:spTree>
    <p:extLst>
      <p:ext uri="{BB962C8B-B14F-4D97-AF65-F5344CB8AC3E}">
        <p14:creationId xmlns:p14="http://schemas.microsoft.com/office/powerpoint/2010/main" val="1395436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D93A"/>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4A8B7C58-B337-CB40-A3E4-673AC778FDAB}"/>
              </a:ext>
            </a:extLst>
          </p:cNvPr>
          <p:cNvSpPr txBox="1">
            <a:spLocks/>
          </p:cNvSpPr>
          <p:nvPr/>
        </p:nvSpPr>
        <p:spPr>
          <a:xfrm>
            <a:off x="6429128" y="1877849"/>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Introduction</a:t>
            </a:r>
          </a:p>
          <a:p>
            <a:pPr>
              <a:lnSpc>
                <a:spcPct val="90000"/>
              </a:lnSpc>
            </a:pPr>
            <a:endParaRPr lang="en-US" dirty="0">
              <a:solidFill>
                <a:schemeClr val="tx1"/>
              </a:solidFill>
            </a:endParaRPr>
          </a:p>
        </p:txBody>
      </p:sp>
      <p:sp>
        <p:nvSpPr>
          <p:cNvPr id="3" name="Text Placeholder 23">
            <a:extLst>
              <a:ext uri="{FF2B5EF4-FFF2-40B4-BE49-F238E27FC236}">
                <a16:creationId xmlns:a16="http://schemas.microsoft.com/office/drawing/2014/main" id="{ECBCD90C-7A87-1543-B33F-85190C5AFDE3}"/>
              </a:ext>
            </a:extLst>
          </p:cNvPr>
          <p:cNvSpPr txBox="1">
            <a:spLocks/>
          </p:cNvSpPr>
          <p:nvPr/>
        </p:nvSpPr>
        <p:spPr>
          <a:xfrm>
            <a:off x="9050870" y="1877849"/>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Methods</a:t>
            </a:r>
          </a:p>
        </p:txBody>
      </p:sp>
      <p:sp>
        <p:nvSpPr>
          <p:cNvPr id="5" name="Text Placeholder 25">
            <a:extLst>
              <a:ext uri="{FF2B5EF4-FFF2-40B4-BE49-F238E27FC236}">
                <a16:creationId xmlns:a16="http://schemas.microsoft.com/office/drawing/2014/main" id="{96CCD06E-C018-1A4F-A3A5-C5634F774C21}"/>
              </a:ext>
            </a:extLst>
          </p:cNvPr>
          <p:cNvSpPr txBox="1">
            <a:spLocks/>
          </p:cNvSpPr>
          <p:nvPr/>
        </p:nvSpPr>
        <p:spPr>
          <a:xfrm>
            <a:off x="6429128" y="3795952"/>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Experimental setup</a:t>
            </a:r>
          </a:p>
          <a:p>
            <a:pPr>
              <a:lnSpc>
                <a:spcPct val="90000"/>
              </a:lnSpc>
            </a:pPr>
            <a:endParaRPr lang="en-US" dirty="0">
              <a:solidFill>
                <a:schemeClr val="tx1"/>
              </a:solidFill>
            </a:endParaRPr>
          </a:p>
        </p:txBody>
      </p:sp>
      <p:sp>
        <p:nvSpPr>
          <p:cNvPr id="6" name="Text Placeholder 26">
            <a:extLst>
              <a:ext uri="{FF2B5EF4-FFF2-40B4-BE49-F238E27FC236}">
                <a16:creationId xmlns:a16="http://schemas.microsoft.com/office/drawing/2014/main" id="{0F634F76-387D-9D48-9388-5E0FEF300497}"/>
              </a:ext>
            </a:extLst>
          </p:cNvPr>
          <p:cNvSpPr txBox="1">
            <a:spLocks/>
          </p:cNvSpPr>
          <p:nvPr/>
        </p:nvSpPr>
        <p:spPr>
          <a:xfrm>
            <a:off x="9050870" y="3795952"/>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Results</a:t>
            </a:r>
          </a:p>
          <a:p>
            <a:pPr>
              <a:lnSpc>
                <a:spcPct val="90000"/>
              </a:lnSpc>
            </a:pPr>
            <a:endParaRPr lang="en-US" dirty="0">
              <a:solidFill>
                <a:schemeClr val="tx1"/>
              </a:solidFill>
            </a:endParaRPr>
          </a:p>
        </p:txBody>
      </p:sp>
      <p:sp>
        <p:nvSpPr>
          <p:cNvPr id="8" name="Text Placeholder 28">
            <a:extLst>
              <a:ext uri="{FF2B5EF4-FFF2-40B4-BE49-F238E27FC236}">
                <a16:creationId xmlns:a16="http://schemas.microsoft.com/office/drawing/2014/main" id="{1E5BE115-EDC1-834A-B256-D23AE8D37550}"/>
              </a:ext>
            </a:extLst>
          </p:cNvPr>
          <p:cNvSpPr txBox="1">
            <a:spLocks/>
          </p:cNvSpPr>
          <p:nvPr/>
        </p:nvSpPr>
        <p:spPr>
          <a:xfrm>
            <a:off x="6429128" y="5674263"/>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Conclusion</a:t>
            </a:r>
          </a:p>
          <a:p>
            <a:pPr>
              <a:lnSpc>
                <a:spcPct val="90000"/>
              </a:lnSpc>
            </a:pPr>
            <a:endParaRPr lang="en-US" dirty="0">
              <a:solidFill>
                <a:schemeClr val="tx1"/>
              </a:solidFill>
            </a:endParaRPr>
          </a:p>
        </p:txBody>
      </p:sp>
      <p:sp>
        <p:nvSpPr>
          <p:cNvPr id="9" name="Text Placeholder 29">
            <a:extLst>
              <a:ext uri="{FF2B5EF4-FFF2-40B4-BE49-F238E27FC236}">
                <a16:creationId xmlns:a16="http://schemas.microsoft.com/office/drawing/2014/main" id="{2BB1D85D-20F3-9C4F-897E-9619DF731418}"/>
              </a:ext>
            </a:extLst>
          </p:cNvPr>
          <p:cNvSpPr txBox="1">
            <a:spLocks/>
          </p:cNvSpPr>
          <p:nvPr/>
        </p:nvSpPr>
        <p:spPr>
          <a:xfrm>
            <a:off x="9050870" y="5674263"/>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Discussion</a:t>
            </a:r>
          </a:p>
          <a:p>
            <a:pPr>
              <a:lnSpc>
                <a:spcPct val="90000"/>
              </a:lnSpc>
            </a:pPr>
            <a:endParaRPr lang="en-US" dirty="0">
              <a:solidFill>
                <a:schemeClr val="tx1"/>
              </a:solidFill>
            </a:endParaRPr>
          </a:p>
        </p:txBody>
      </p:sp>
      <p:sp>
        <p:nvSpPr>
          <p:cNvPr id="11" name="Text Placeholder 31">
            <a:extLst>
              <a:ext uri="{FF2B5EF4-FFF2-40B4-BE49-F238E27FC236}">
                <a16:creationId xmlns:a16="http://schemas.microsoft.com/office/drawing/2014/main" id="{6368DED1-FC48-9646-9AE1-98FBDE75636B}"/>
              </a:ext>
            </a:extLst>
          </p:cNvPr>
          <p:cNvSpPr txBox="1">
            <a:spLocks/>
          </p:cNvSpPr>
          <p:nvPr/>
        </p:nvSpPr>
        <p:spPr>
          <a:xfrm>
            <a:off x="9050870" y="961775"/>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02</a:t>
            </a:r>
          </a:p>
        </p:txBody>
      </p:sp>
      <p:sp>
        <p:nvSpPr>
          <p:cNvPr id="12" name="Text Placeholder 32">
            <a:extLst>
              <a:ext uri="{FF2B5EF4-FFF2-40B4-BE49-F238E27FC236}">
                <a16:creationId xmlns:a16="http://schemas.microsoft.com/office/drawing/2014/main" id="{050D1E82-1734-A149-A89A-5B47702C2169}"/>
              </a:ext>
            </a:extLst>
          </p:cNvPr>
          <p:cNvSpPr txBox="1">
            <a:spLocks/>
          </p:cNvSpPr>
          <p:nvPr/>
        </p:nvSpPr>
        <p:spPr>
          <a:xfrm>
            <a:off x="6429128" y="961775"/>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01</a:t>
            </a:r>
          </a:p>
        </p:txBody>
      </p:sp>
      <p:sp>
        <p:nvSpPr>
          <p:cNvPr id="14" name="Text Placeholder 34">
            <a:extLst>
              <a:ext uri="{FF2B5EF4-FFF2-40B4-BE49-F238E27FC236}">
                <a16:creationId xmlns:a16="http://schemas.microsoft.com/office/drawing/2014/main" id="{603B5128-3558-E141-A343-6EBD1B76A2EC}"/>
              </a:ext>
            </a:extLst>
          </p:cNvPr>
          <p:cNvSpPr txBox="1">
            <a:spLocks/>
          </p:cNvSpPr>
          <p:nvPr/>
        </p:nvSpPr>
        <p:spPr>
          <a:xfrm>
            <a:off x="9050870" y="2900466"/>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04</a:t>
            </a:r>
          </a:p>
        </p:txBody>
      </p:sp>
      <p:sp>
        <p:nvSpPr>
          <p:cNvPr id="15" name="Text Placeholder 35">
            <a:extLst>
              <a:ext uri="{FF2B5EF4-FFF2-40B4-BE49-F238E27FC236}">
                <a16:creationId xmlns:a16="http://schemas.microsoft.com/office/drawing/2014/main" id="{B2AA7654-6018-0249-950E-73A7F89732AA}"/>
              </a:ext>
            </a:extLst>
          </p:cNvPr>
          <p:cNvSpPr txBox="1">
            <a:spLocks/>
          </p:cNvSpPr>
          <p:nvPr/>
        </p:nvSpPr>
        <p:spPr>
          <a:xfrm>
            <a:off x="6429128" y="2900466"/>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03</a:t>
            </a:r>
          </a:p>
        </p:txBody>
      </p:sp>
      <p:sp>
        <p:nvSpPr>
          <p:cNvPr id="17" name="Text Placeholder 37">
            <a:extLst>
              <a:ext uri="{FF2B5EF4-FFF2-40B4-BE49-F238E27FC236}">
                <a16:creationId xmlns:a16="http://schemas.microsoft.com/office/drawing/2014/main" id="{E4EC5137-5AFF-2C48-8BCF-B8D64C2BD883}"/>
              </a:ext>
            </a:extLst>
          </p:cNvPr>
          <p:cNvSpPr txBox="1">
            <a:spLocks/>
          </p:cNvSpPr>
          <p:nvPr/>
        </p:nvSpPr>
        <p:spPr>
          <a:xfrm>
            <a:off x="9050870" y="4768483"/>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06</a:t>
            </a:r>
          </a:p>
        </p:txBody>
      </p:sp>
      <p:sp>
        <p:nvSpPr>
          <p:cNvPr id="18" name="Text Placeholder 38">
            <a:extLst>
              <a:ext uri="{FF2B5EF4-FFF2-40B4-BE49-F238E27FC236}">
                <a16:creationId xmlns:a16="http://schemas.microsoft.com/office/drawing/2014/main" id="{9FEBE275-99AA-0E49-8641-24BCA2FA108C}"/>
              </a:ext>
            </a:extLst>
          </p:cNvPr>
          <p:cNvSpPr txBox="1">
            <a:spLocks/>
          </p:cNvSpPr>
          <p:nvPr/>
        </p:nvSpPr>
        <p:spPr>
          <a:xfrm>
            <a:off x="6429128" y="4768483"/>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05</a:t>
            </a:r>
          </a:p>
        </p:txBody>
      </p:sp>
      <p:sp>
        <p:nvSpPr>
          <p:cNvPr id="20" name="Title 1">
            <a:extLst>
              <a:ext uri="{FF2B5EF4-FFF2-40B4-BE49-F238E27FC236}">
                <a16:creationId xmlns:a16="http://schemas.microsoft.com/office/drawing/2014/main" id="{5683FEC8-E062-8B40-9226-C407B5421DFE}"/>
              </a:ext>
            </a:extLst>
          </p:cNvPr>
          <p:cNvSpPr txBox="1">
            <a:spLocks/>
          </p:cNvSpPr>
          <p:nvPr/>
        </p:nvSpPr>
        <p:spPr>
          <a:xfrm>
            <a:off x="359311" y="554271"/>
            <a:ext cx="5262769" cy="3552754"/>
          </a:xfrm>
          <a:prstGeom prst="rect">
            <a:avLst/>
          </a:prstGeom>
        </p:spPr>
        <p:txBody>
          <a:bodyPr/>
          <a:lstStyle>
            <a:lvl1pPr algn="l" rtl="0" eaLnBrk="1" fontAlgn="base" hangingPunct="1">
              <a:lnSpc>
                <a:spcPct val="80000"/>
              </a:lnSpc>
              <a:spcBef>
                <a:spcPct val="0"/>
              </a:spcBef>
              <a:spcAft>
                <a:spcPct val="0"/>
              </a:spcAft>
              <a:buFont typeface="Arial" charset="0"/>
              <a:defRPr lang="en-AU" sz="11500" b="0" i="0" kern="1200" cap="all" spc="0" baseline="0">
                <a:solidFill>
                  <a:schemeClr val="bg1"/>
                </a:solidFill>
                <a:latin typeface="Graphik Black" panose="020B0503030202060203" pitchFamily="34" charset="77"/>
                <a:ea typeface="Roboto Black" panose="02000000000000000000" pitchFamily="2" charset="0"/>
                <a:cs typeface="Arial" panose="020B0604020202020204" pitchFamily="34" charset="0"/>
              </a:defRPr>
            </a:lvl1pPr>
            <a:lvl2pPr algn="l" rtl="0" eaLnBrk="1" fontAlgn="base" hangingPunct="1">
              <a:lnSpc>
                <a:spcPts val="3466"/>
              </a:lnSpc>
              <a:spcBef>
                <a:spcPct val="0"/>
              </a:spcBef>
              <a:spcAft>
                <a:spcPct val="0"/>
              </a:spcAft>
              <a:buFont typeface="Arial" charset="0"/>
              <a:defRPr sz="3200">
                <a:solidFill>
                  <a:schemeClr val="tx1"/>
                </a:solidFill>
                <a:latin typeface="Arial" pitchFamily="-105" charset="-52"/>
                <a:ea typeface="Arial" pitchFamily="-105" charset="-52"/>
                <a:cs typeface="Arial" pitchFamily="-105" charset="-52"/>
              </a:defRPr>
            </a:lvl2pPr>
            <a:lvl3pPr algn="l" rtl="0" eaLnBrk="1" fontAlgn="base" hangingPunct="1">
              <a:lnSpc>
                <a:spcPts val="3466"/>
              </a:lnSpc>
              <a:spcBef>
                <a:spcPct val="0"/>
              </a:spcBef>
              <a:spcAft>
                <a:spcPct val="0"/>
              </a:spcAft>
              <a:buFont typeface="Arial" charset="0"/>
              <a:defRPr sz="3200">
                <a:solidFill>
                  <a:schemeClr val="tx1"/>
                </a:solidFill>
                <a:latin typeface="Arial" pitchFamily="-105" charset="-52"/>
                <a:ea typeface="Arial" pitchFamily="-105" charset="-52"/>
                <a:cs typeface="Arial" pitchFamily="-105" charset="-52"/>
              </a:defRPr>
            </a:lvl3pPr>
            <a:lvl4pPr algn="l" rtl="0" eaLnBrk="1" fontAlgn="base" hangingPunct="1">
              <a:lnSpc>
                <a:spcPts val="3466"/>
              </a:lnSpc>
              <a:spcBef>
                <a:spcPct val="0"/>
              </a:spcBef>
              <a:spcAft>
                <a:spcPct val="0"/>
              </a:spcAft>
              <a:buFont typeface="Arial" charset="0"/>
              <a:defRPr sz="3200">
                <a:solidFill>
                  <a:schemeClr val="tx1"/>
                </a:solidFill>
                <a:latin typeface="Arial" pitchFamily="-105" charset="-52"/>
                <a:ea typeface="Arial" pitchFamily="-105" charset="-52"/>
                <a:cs typeface="Arial" pitchFamily="-105" charset="-52"/>
              </a:defRPr>
            </a:lvl4pPr>
            <a:lvl5pPr algn="l" rtl="0" eaLnBrk="1" fontAlgn="base" hangingPunct="1">
              <a:lnSpc>
                <a:spcPts val="3466"/>
              </a:lnSpc>
              <a:spcBef>
                <a:spcPct val="0"/>
              </a:spcBef>
              <a:spcAft>
                <a:spcPct val="0"/>
              </a:spcAft>
              <a:buFont typeface="Arial" charset="0"/>
              <a:defRPr sz="3200">
                <a:solidFill>
                  <a:schemeClr val="tx1"/>
                </a:solidFill>
                <a:latin typeface="Arial" pitchFamily="-105" charset="-52"/>
                <a:ea typeface="Arial" pitchFamily="-105" charset="-52"/>
                <a:cs typeface="Arial" pitchFamily="-105" charset="-52"/>
              </a:defRPr>
            </a:lvl5pPr>
            <a:lvl6pPr marL="609443" algn="l" rtl="0" eaLnBrk="1" fontAlgn="base" hangingPunct="1">
              <a:spcBef>
                <a:spcPct val="0"/>
              </a:spcBef>
              <a:spcAft>
                <a:spcPct val="0"/>
              </a:spcAft>
              <a:buFont typeface="Arial" pitchFamily="-105" charset="-52"/>
              <a:defRPr sz="3500">
                <a:solidFill>
                  <a:schemeClr val="tx1"/>
                </a:solidFill>
                <a:latin typeface="Arial" pitchFamily="-105" charset="-52"/>
                <a:ea typeface="Arial" pitchFamily="-105" charset="-52"/>
                <a:cs typeface="Arial" pitchFamily="-105" charset="-52"/>
              </a:defRPr>
            </a:lvl6pPr>
            <a:lvl7pPr marL="1218885" algn="l" rtl="0" eaLnBrk="1" fontAlgn="base" hangingPunct="1">
              <a:spcBef>
                <a:spcPct val="0"/>
              </a:spcBef>
              <a:spcAft>
                <a:spcPct val="0"/>
              </a:spcAft>
              <a:buFont typeface="Arial" pitchFamily="-105" charset="-52"/>
              <a:defRPr sz="3500">
                <a:solidFill>
                  <a:schemeClr val="tx1"/>
                </a:solidFill>
                <a:latin typeface="Arial" pitchFamily="-105" charset="-52"/>
                <a:ea typeface="Arial" pitchFamily="-105" charset="-52"/>
                <a:cs typeface="Arial" pitchFamily="-105" charset="-52"/>
              </a:defRPr>
            </a:lvl7pPr>
            <a:lvl8pPr marL="1828328" algn="l" rtl="0" eaLnBrk="1" fontAlgn="base" hangingPunct="1">
              <a:spcBef>
                <a:spcPct val="0"/>
              </a:spcBef>
              <a:spcAft>
                <a:spcPct val="0"/>
              </a:spcAft>
              <a:buFont typeface="Arial" pitchFamily="-105" charset="-52"/>
              <a:defRPr sz="3500">
                <a:solidFill>
                  <a:schemeClr val="tx1"/>
                </a:solidFill>
                <a:latin typeface="Arial" pitchFamily="-105" charset="-52"/>
                <a:ea typeface="Arial" pitchFamily="-105" charset="-52"/>
                <a:cs typeface="Arial" pitchFamily="-105" charset="-52"/>
              </a:defRPr>
            </a:lvl8pPr>
            <a:lvl9pPr marL="2437771" algn="l" rtl="0" eaLnBrk="1" fontAlgn="base" hangingPunct="1">
              <a:spcBef>
                <a:spcPct val="0"/>
              </a:spcBef>
              <a:spcAft>
                <a:spcPct val="0"/>
              </a:spcAft>
              <a:buFont typeface="Arial" pitchFamily="-105" charset="-52"/>
              <a:defRPr sz="3500">
                <a:solidFill>
                  <a:schemeClr val="tx1"/>
                </a:solidFill>
                <a:latin typeface="Arial" pitchFamily="-105" charset="-52"/>
                <a:ea typeface="Arial" pitchFamily="-105" charset="-52"/>
                <a:cs typeface="Arial" pitchFamily="-105" charset="-52"/>
              </a:defRPr>
            </a:lvl9pPr>
          </a:lstStyle>
          <a:p>
            <a:r>
              <a:rPr lang="en-US" sz="11498" dirty="0" err="1">
                <a:solidFill>
                  <a:schemeClr val="tx1"/>
                </a:solidFill>
              </a:rPr>
              <a:t>CoN</a:t>
            </a:r>
            <a:endParaRPr lang="en-US" sz="11498" dirty="0">
              <a:solidFill>
                <a:schemeClr val="tx1"/>
              </a:solidFill>
            </a:endParaRPr>
          </a:p>
          <a:p>
            <a:r>
              <a:rPr lang="en-US" sz="11498" dirty="0">
                <a:solidFill>
                  <a:schemeClr val="tx1"/>
                </a:solidFill>
              </a:rPr>
              <a:t>tent</a:t>
            </a:r>
          </a:p>
        </p:txBody>
      </p:sp>
      <p:sp>
        <p:nvSpPr>
          <p:cNvPr id="24" name="Slide Number Placeholder 23">
            <a:extLst>
              <a:ext uri="{FF2B5EF4-FFF2-40B4-BE49-F238E27FC236}">
                <a16:creationId xmlns:a16="http://schemas.microsoft.com/office/drawing/2014/main" id="{4D34D136-D983-B649-A770-B71844EED4EE}"/>
              </a:ext>
            </a:extLst>
          </p:cNvPr>
          <p:cNvSpPr>
            <a:spLocks noGrp="1"/>
          </p:cNvSpPr>
          <p:nvPr>
            <p:ph type="sldNum" sz="quarter" idx="35"/>
          </p:nvPr>
        </p:nvSpPr>
        <p:spPr/>
        <p:txBody>
          <a:bodyPr/>
          <a:lstStyle/>
          <a:p>
            <a:pPr>
              <a:defRPr/>
            </a:pPr>
            <a:fld id="{90CBDC3A-D49F-4631-A8C7-55D59B33E5FA}" type="slidenum">
              <a:rPr lang="en-US" smtClean="0">
                <a:solidFill>
                  <a:schemeClr val="tx1"/>
                </a:solidFill>
              </a:rPr>
              <a:pPr>
                <a:defRPr/>
              </a:pPr>
              <a:t>3</a:t>
            </a:fld>
            <a:endParaRPr lang="en-US" dirty="0">
              <a:solidFill>
                <a:schemeClr val="tx1"/>
              </a:solidFill>
            </a:endParaRPr>
          </a:p>
        </p:txBody>
      </p:sp>
    </p:spTree>
    <p:extLst>
      <p:ext uri="{BB962C8B-B14F-4D97-AF65-F5344CB8AC3E}">
        <p14:creationId xmlns:p14="http://schemas.microsoft.com/office/powerpoint/2010/main" val="3490496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D93A"/>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4A8B7C58-B337-CB40-A3E4-673AC778FDAB}"/>
              </a:ext>
            </a:extLst>
          </p:cNvPr>
          <p:cNvSpPr txBox="1">
            <a:spLocks/>
          </p:cNvSpPr>
          <p:nvPr/>
        </p:nvSpPr>
        <p:spPr>
          <a:xfrm>
            <a:off x="1310476" y="3816540"/>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Introduction</a:t>
            </a:r>
          </a:p>
          <a:p>
            <a:pPr>
              <a:lnSpc>
                <a:spcPct val="90000"/>
              </a:lnSpc>
            </a:pPr>
            <a:endParaRPr lang="en-US" dirty="0">
              <a:solidFill>
                <a:schemeClr val="tx1"/>
              </a:solidFill>
            </a:endParaRPr>
          </a:p>
        </p:txBody>
      </p:sp>
      <p:sp>
        <p:nvSpPr>
          <p:cNvPr id="3" name="Text Placeholder 23">
            <a:extLst>
              <a:ext uri="{FF2B5EF4-FFF2-40B4-BE49-F238E27FC236}">
                <a16:creationId xmlns:a16="http://schemas.microsoft.com/office/drawing/2014/main" id="{ECBCD90C-7A87-1543-B33F-85190C5AFDE3}"/>
              </a:ext>
            </a:extLst>
          </p:cNvPr>
          <p:cNvSpPr txBox="1">
            <a:spLocks/>
          </p:cNvSpPr>
          <p:nvPr/>
        </p:nvSpPr>
        <p:spPr>
          <a:xfrm>
            <a:off x="3685928" y="3806246"/>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Methods</a:t>
            </a:r>
          </a:p>
        </p:txBody>
      </p:sp>
      <p:sp>
        <p:nvSpPr>
          <p:cNvPr id="5" name="Text Placeholder 25">
            <a:extLst>
              <a:ext uri="{FF2B5EF4-FFF2-40B4-BE49-F238E27FC236}">
                <a16:creationId xmlns:a16="http://schemas.microsoft.com/office/drawing/2014/main" id="{96CCD06E-C018-1A4F-A3A5-C5634F774C21}"/>
              </a:ext>
            </a:extLst>
          </p:cNvPr>
          <p:cNvSpPr txBox="1">
            <a:spLocks/>
          </p:cNvSpPr>
          <p:nvPr/>
        </p:nvSpPr>
        <p:spPr>
          <a:xfrm>
            <a:off x="6182838" y="3785658"/>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Experimental setup</a:t>
            </a:r>
          </a:p>
          <a:p>
            <a:pPr>
              <a:lnSpc>
                <a:spcPct val="90000"/>
              </a:lnSpc>
            </a:pPr>
            <a:endParaRPr lang="en-US" dirty="0">
              <a:solidFill>
                <a:schemeClr val="tx1"/>
              </a:solidFill>
            </a:endParaRPr>
          </a:p>
        </p:txBody>
      </p:sp>
      <p:sp>
        <p:nvSpPr>
          <p:cNvPr id="6" name="Text Placeholder 26">
            <a:extLst>
              <a:ext uri="{FF2B5EF4-FFF2-40B4-BE49-F238E27FC236}">
                <a16:creationId xmlns:a16="http://schemas.microsoft.com/office/drawing/2014/main" id="{0F634F76-387D-9D48-9388-5E0FEF300497}"/>
              </a:ext>
            </a:extLst>
          </p:cNvPr>
          <p:cNvSpPr txBox="1">
            <a:spLocks/>
          </p:cNvSpPr>
          <p:nvPr/>
        </p:nvSpPr>
        <p:spPr>
          <a:xfrm>
            <a:off x="1310476" y="5702206"/>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Results</a:t>
            </a:r>
          </a:p>
          <a:p>
            <a:pPr>
              <a:lnSpc>
                <a:spcPct val="90000"/>
              </a:lnSpc>
            </a:pPr>
            <a:endParaRPr lang="en-US" dirty="0">
              <a:solidFill>
                <a:schemeClr val="tx1"/>
              </a:solidFill>
            </a:endParaRPr>
          </a:p>
        </p:txBody>
      </p:sp>
      <p:sp>
        <p:nvSpPr>
          <p:cNvPr id="8" name="Text Placeholder 28">
            <a:extLst>
              <a:ext uri="{FF2B5EF4-FFF2-40B4-BE49-F238E27FC236}">
                <a16:creationId xmlns:a16="http://schemas.microsoft.com/office/drawing/2014/main" id="{1E5BE115-EDC1-834A-B256-D23AE8D37550}"/>
              </a:ext>
            </a:extLst>
          </p:cNvPr>
          <p:cNvSpPr txBox="1">
            <a:spLocks/>
          </p:cNvSpPr>
          <p:nvPr/>
        </p:nvSpPr>
        <p:spPr>
          <a:xfrm>
            <a:off x="3685928" y="5702206"/>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Conclusion</a:t>
            </a:r>
          </a:p>
          <a:p>
            <a:pPr>
              <a:lnSpc>
                <a:spcPct val="90000"/>
              </a:lnSpc>
            </a:pPr>
            <a:endParaRPr lang="en-US" dirty="0">
              <a:solidFill>
                <a:schemeClr val="tx1"/>
              </a:solidFill>
            </a:endParaRPr>
          </a:p>
        </p:txBody>
      </p:sp>
      <p:sp>
        <p:nvSpPr>
          <p:cNvPr id="9" name="Text Placeholder 29">
            <a:extLst>
              <a:ext uri="{FF2B5EF4-FFF2-40B4-BE49-F238E27FC236}">
                <a16:creationId xmlns:a16="http://schemas.microsoft.com/office/drawing/2014/main" id="{2BB1D85D-20F3-9C4F-897E-9619DF731418}"/>
              </a:ext>
            </a:extLst>
          </p:cNvPr>
          <p:cNvSpPr txBox="1">
            <a:spLocks/>
          </p:cNvSpPr>
          <p:nvPr/>
        </p:nvSpPr>
        <p:spPr>
          <a:xfrm>
            <a:off x="6307670" y="5702206"/>
            <a:ext cx="2302930" cy="601523"/>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1600" b="0" i="0" kern="1200" dirty="0">
                <a:solidFill>
                  <a:schemeClr val="bg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90000"/>
              </a:lnSpc>
            </a:pPr>
            <a:r>
              <a:rPr lang="en-US" dirty="0">
                <a:solidFill>
                  <a:schemeClr val="tx1"/>
                </a:solidFill>
              </a:rPr>
              <a:t>Discussion</a:t>
            </a:r>
          </a:p>
          <a:p>
            <a:pPr>
              <a:lnSpc>
                <a:spcPct val="90000"/>
              </a:lnSpc>
            </a:pPr>
            <a:endParaRPr lang="en-US" dirty="0">
              <a:solidFill>
                <a:schemeClr val="tx1"/>
              </a:solidFill>
            </a:endParaRPr>
          </a:p>
        </p:txBody>
      </p:sp>
      <p:sp>
        <p:nvSpPr>
          <p:cNvPr id="11" name="Text Placeholder 31">
            <a:extLst>
              <a:ext uri="{FF2B5EF4-FFF2-40B4-BE49-F238E27FC236}">
                <a16:creationId xmlns:a16="http://schemas.microsoft.com/office/drawing/2014/main" id="{6368DED1-FC48-9646-9AE1-98FBDE75636B}"/>
              </a:ext>
            </a:extLst>
          </p:cNvPr>
          <p:cNvSpPr txBox="1">
            <a:spLocks/>
          </p:cNvSpPr>
          <p:nvPr/>
        </p:nvSpPr>
        <p:spPr>
          <a:xfrm>
            <a:off x="3685928" y="2890172"/>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02</a:t>
            </a:r>
          </a:p>
        </p:txBody>
      </p:sp>
      <p:sp>
        <p:nvSpPr>
          <p:cNvPr id="12" name="Text Placeholder 32">
            <a:extLst>
              <a:ext uri="{FF2B5EF4-FFF2-40B4-BE49-F238E27FC236}">
                <a16:creationId xmlns:a16="http://schemas.microsoft.com/office/drawing/2014/main" id="{050D1E82-1734-A149-A89A-5B47702C2169}"/>
              </a:ext>
            </a:extLst>
          </p:cNvPr>
          <p:cNvSpPr txBox="1">
            <a:spLocks/>
          </p:cNvSpPr>
          <p:nvPr/>
        </p:nvSpPr>
        <p:spPr>
          <a:xfrm>
            <a:off x="1310476" y="2900466"/>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01</a:t>
            </a:r>
          </a:p>
        </p:txBody>
      </p:sp>
      <p:sp>
        <p:nvSpPr>
          <p:cNvPr id="14" name="Text Placeholder 34">
            <a:extLst>
              <a:ext uri="{FF2B5EF4-FFF2-40B4-BE49-F238E27FC236}">
                <a16:creationId xmlns:a16="http://schemas.microsoft.com/office/drawing/2014/main" id="{603B5128-3558-E141-A343-6EBD1B76A2EC}"/>
              </a:ext>
            </a:extLst>
          </p:cNvPr>
          <p:cNvSpPr txBox="1">
            <a:spLocks/>
          </p:cNvSpPr>
          <p:nvPr/>
        </p:nvSpPr>
        <p:spPr>
          <a:xfrm>
            <a:off x="1310476" y="4806720"/>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04</a:t>
            </a:r>
          </a:p>
        </p:txBody>
      </p:sp>
      <p:sp>
        <p:nvSpPr>
          <p:cNvPr id="15" name="Text Placeholder 35">
            <a:extLst>
              <a:ext uri="{FF2B5EF4-FFF2-40B4-BE49-F238E27FC236}">
                <a16:creationId xmlns:a16="http://schemas.microsoft.com/office/drawing/2014/main" id="{B2AA7654-6018-0249-950E-73A7F89732AA}"/>
              </a:ext>
            </a:extLst>
          </p:cNvPr>
          <p:cNvSpPr txBox="1">
            <a:spLocks/>
          </p:cNvSpPr>
          <p:nvPr/>
        </p:nvSpPr>
        <p:spPr>
          <a:xfrm>
            <a:off x="6182838" y="2890172"/>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03</a:t>
            </a:r>
          </a:p>
        </p:txBody>
      </p:sp>
      <p:sp>
        <p:nvSpPr>
          <p:cNvPr id="17" name="Text Placeholder 37">
            <a:extLst>
              <a:ext uri="{FF2B5EF4-FFF2-40B4-BE49-F238E27FC236}">
                <a16:creationId xmlns:a16="http://schemas.microsoft.com/office/drawing/2014/main" id="{E4EC5137-5AFF-2C48-8BCF-B8D64C2BD883}"/>
              </a:ext>
            </a:extLst>
          </p:cNvPr>
          <p:cNvSpPr txBox="1">
            <a:spLocks/>
          </p:cNvSpPr>
          <p:nvPr/>
        </p:nvSpPr>
        <p:spPr>
          <a:xfrm>
            <a:off x="6307670" y="4796426"/>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06</a:t>
            </a:r>
          </a:p>
        </p:txBody>
      </p:sp>
      <p:sp>
        <p:nvSpPr>
          <p:cNvPr id="18" name="Text Placeholder 38">
            <a:extLst>
              <a:ext uri="{FF2B5EF4-FFF2-40B4-BE49-F238E27FC236}">
                <a16:creationId xmlns:a16="http://schemas.microsoft.com/office/drawing/2014/main" id="{9FEBE275-99AA-0E49-8641-24BCA2FA108C}"/>
              </a:ext>
            </a:extLst>
          </p:cNvPr>
          <p:cNvSpPr txBox="1">
            <a:spLocks/>
          </p:cNvSpPr>
          <p:nvPr/>
        </p:nvSpPr>
        <p:spPr>
          <a:xfrm>
            <a:off x="3685928" y="4796426"/>
            <a:ext cx="1325256" cy="842767"/>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lang="en-US" sz="5400" b="0" i="0" kern="1200" dirty="0">
                <a:solidFill>
                  <a:schemeClr val="bg1"/>
                </a:solidFill>
                <a:latin typeface="Arial Black" panose="020B0A040201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5399" b="1" dirty="0">
                <a:solidFill>
                  <a:schemeClr val="tx1"/>
                </a:solidFill>
                <a:latin typeface="Graphik Black" panose="020B0503030202060203" pitchFamily="34" charset="77"/>
              </a:rPr>
              <a:t>05</a:t>
            </a:r>
          </a:p>
        </p:txBody>
      </p:sp>
      <p:sp>
        <p:nvSpPr>
          <p:cNvPr id="20" name="Title 1">
            <a:extLst>
              <a:ext uri="{FF2B5EF4-FFF2-40B4-BE49-F238E27FC236}">
                <a16:creationId xmlns:a16="http://schemas.microsoft.com/office/drawing/2014/main" id="{5683FEC8-E062-8B40-9226-C407B5421DFE}"/>
              </a:ext>
            </a:extLst>
          </p:cNvPr>
          <p:cNvSpPr txBox="1">
            <a:spLocks/>
          </p:cNvSpPr>
          <p:nvPr/>
        </p:nvSpPr>
        <p:spPr>
          <a:xfrm>
            <a:off x="359311" y="554271"/>
            <a:ext cx="9251828" cy="3552754"/>
          </a:xfrm>
          <a:prstGeom prst="rect">
            <a:avLst/>
          </a:prstGeom>
        </p:spPr>
        <p:txBody>
          <a:bodyPr/>
          <a:lstStyle>
            <a:lvl1pPr algn="l" rtl="0" eaLnBrk="1" fontAlgn="base" hangingPunct="1">
              <a:lnSpc>
                <a:spcPct val="80000"/>
              </a:lnSpc>
              <a:spcBef>
                <a:spcPct val="0"/>
              </a:spcBef>
              <a:spcAft>
                <a:spcPct val="0"/>
              </a:spcAft>
              <a:buFont typeface="Arial" charset="0"/>
              <a:defRPr lang="en-AU" sz="11500" b="0" i="0" kern="1200" cap="all" spc="0" baseline="0">
                <a:solidFill>
                  <a:schemeClr val="bg1"/>
                </a:solidFill>
                <a:latin typeface="Graphik Black" panose="020B0503030202060203" pitchFamily="34" charset="77"/>
                <a:ea typeface="Roboto Black" panose="02000000000000000000" pitchFamily="2" charset="0"/>
                <a:cs typeface="Arial" panose="020B0604020202020204" pitchFamily="34" charset="0"/>
              </a:defRPr>
            </a:lvl1pPr>
            <a:lvl2pPr algn="l" rtl="0" eaLnBrk="1" fontAlgn="base" hangingPunct="1">
              <a:lnSpc>
                <a:spcPts val="3466"/>
              </a:lnSpc>
              <a:spcBef>
                <a:spcPct val="0"/>
              </a:spcBef>
              <a:spcAft>
                <a:spcPct val="0"/>
              </a:spcAft>
              <a:buFont typeface="Arial" charset="0"/>
              <a:defRPr sz="3200">
                <a:solidFill>
                  <a:schemeClr val="tx1"/>
                </a:solidFill>
                <a:latin typeface="Arial" pitchFamily="-105" charset="-52"/>
                <a:ea typeface="Arial" pitchFamily="-105" charset="-52"/>
                <a:cs typeface="Arial" pitchFamily="-105" charset="-52"/>
              </a:defRPr>
            </a:lvl2pPr>
            <a:lvl3pPr algn="l" rtl="0" eaLnBrk="1" fontAlgn="base" hangingPunct="1">
              <a:lnSpc>
                <a:spcPts val="3466"/>
              </a:lnSpc>
              <a:spcBef>
                <a:spcPct val="0"/>
              </a:spcBef>
              <a:spcAft>
                <a:spcPct val="0"/>
              </a:spcAft>
              <a:buFont typeface="Arial" charset="0"/>
              <a:defRPr sz="3200">
                <a:solidFill>
                  <a:schemeClr val="tx1"/>
                </a:solidFill>
                <a:latin typeface="Arial" pitchFamily="-105" charset="-52"/>
                <a:ea typeface="Arial" pitchFamily="-105" charset="-52"/>
                <a:cs typeface="Arial" pitchFamily="-105" charset="-52"/>
              </a:defRPr>
            </a:lvl3pPr>
            <a:lvl4pPr algn="l" rtl="0" eaLnBrk="1" fontAlgn="base" hangingPunct="1">
              <a:lnSpc>
                <a:spcPts val="3466"/>
              </a:lnSpc>
              <a:spcBef>
                <a:spcPct val="0"/>
              </a:spcBef>
              <a:spcAft>
                <a:spcPct val="0"/>
              </a:spcAft>
              <a:buFont typeface="Arial" charset="0"/>
              <a:defRPr sz="3200">
                <a:solidFill>
                  <a:schemeClr val="tx1"/>
                </a:solidFill>
                <a:latin typeface="Arial" pitchFamily="-105" charset="-52"/>
                <a:ea typeface="Arial" pitchFamily="-105" charset="-52"/>
                <a:cs typeface="Arial" pitchFamily="-105" charset="-52"/>
              </a:defRPr>
            </a:lvl4pPr>
            <a:lvl5pPr algn="l" rtl="0" eaLnBrk="1" fontAlgn="base" hangingPunct="1">
              <a:lnSpc>
                <a:spcPts val="3466"/>
              </a:lnSpc>
              <a:spcBef>
                <a:spcPct val="0"/>
              </a:spcBef>
              <a:spcAft>
                <a:spcPct val="0"/>
              </a:spcAft>
              <a:buFont typeface="Arial" charset="0"/>
              <a:defRPr sz="3200">
                <a:solidFill>
                  <a:schemeClr val="tx1"/>
                </a:solidFill>
                <a:latin typeface="Arial" pitchFamily="-105" charset="-52"/>
                <a:ea typeface="Arial" pitchFamily="-105" charset="-52"/>
                <a:cs typeface="Arial" pitchFamily="-105" charset="-52"/>
              </a:defRPr>
            </a:lvl5pPr>
            <a:lvl6pPr marL="609443" algn="l" rtl="0" eaLnBrk="1" fontAlgn="base" hangingPunct="1">
              <a:spcBef>
                <a:spcPct val="0"/>
              </a:spcBef>
              <a:spcAft>
                <a:spcPct val="0"/>
              </a:spcAft>
              <a:buFont typeface="Arial" pitchFamily="-105" charset="-52"/>
              <a:defRPr sz="3500">
                <a:solidFill>
                  <a:schemeClr val="tx1"/>
                </a:solidFill>
                <a:latin typeface="Arial" pitchFamily="-105" charset="-52"/>
                <a:ea typeface="Arial" pitchFamily="-105" charset="-52"/>
                <a:cs typeface="Arial" pitchFamily="-105" charset="-52"/>
              </a:defRPr>
            </a:lvl6pPr>
            <a:lvl7pPr marL="1218885" algn="l" rtl="0" eaLnBrk="1" fontAlgn="base" hangingPunct="1">
              <a:spcBef>
                <a:spcPct val="0"/>
              </a:spcBef>
              <a:spcAft>
                <a:spcPct val="0"/>
              </a:spcAft>
              <a:buFont typeface="Arial" pitchFamily="-105" charset="-52"/>
              <a:defRPr sz="3500">
                <a:solidFill>
                  <a:schemeClr val="tx1"/>
                </a:solidFill>
                <a:latin typeface="Arial" pitchFamily="-105" charset="-52"/>
                <a:ea typeface="Arial" pitchFamily="-105" charset="-52"/>
                <a:cs typeface="Arial" pitchFamily="-105" charset="-52"/>
              </a:defRPr>
            </a:lvl7pPr>
            <a:lvl8pPr marL="1828328" algn="l" rtl="0" eaLnBrk="1" fontAlgn="base" hangingPunct="1">
              <a:spcBef>
                <a:spcPct val="0"/>
              </a:spcBef>
              <a:spcAft>
                <a:spcPct val="0"/>
              </a:spcAft>
              <a:buFont typeface="Arial" pitchFamily="-105" charset="-52"/>
              <a:defRPr sz="3500">
                <a:solidFill>
                  <a:schemeClr val="tx1"/>
                </a:solidFill>
                <a:latin typeface="Arial" pitchFamily="-105" charset="-52"/>
                <a:ea typeface="Arial" pitchFamily="-105" charset="-52"/>
                <a:cs typeface="Arial" pitchFamily="-105" charset="-52"/>
              </a:defRPr>
            </a:lvl8pPr>
            <a:lvl9pPr marL="2437771" algn="l" rtl="0" eaLnBrk="1" fontAlgn="base" hangingPunct="1">
              <a:spcBef>
                <a:spcPct val="0"/>
              </a:spcBef>
              <a:spcAft>
                <a:spcPct val="0"/>
              </a:spcAft>
              <a:buFont typeface="Arial" pitchFamily="-105" charset="-52"/>
              <a:defRPr sz="3500">
                <a:solidFill>
                  <a:schemeClr val="tx1"/>
                </a:solidFill>
                <a:latin typeface="Arial" pitchFamily="-105" charset="-52"/>
                <a:ea typeface="Arial" pitchFamily="-105" charset="-52"/>
                <a:cs typeface="Arial" pitchFamily="-105" charset="-52"/>
              </a:defRPr>
            </a:lvl9pPr>
          </a:lstStyle>
          <a:p>
            <a:r>
              <a:rPr lang="en-US" sz="11498" dirty="0" err="1">
                <a:solidFill>
                  <a:schemeClr val="tx1"/>
                </a:solidFill>
              </a:rPr>
              <a:t>CoNtent</a:t>
            </a:r>
            <a:endParaRPr lang="en-US" sz="11498" dirty="0">
              <a:solidFill>
                <a:schemeClr val="tx1"/>
              </a:solidFill>
            </a:endParaRPr>
          </a:p>
        </p:txBody>
      </p:sp>
      <p:sp>
        <p:nvSpPr>
          <p:cNvPr id="24" name="Slide Number Placeholder 23">
            <a:extLst>
              <a:ext uri="{FF2B5EF4-FFF2-40B4-BE49-F238E27FC236}">
                <a16:creationId xmlns:a16="http://schemas.microsoft.com/office/drawing/2014/main" id="{4D34D136-D983-B649-A770-B71844EED4EE}"/>
              </a:ext>
            </a:extLst>
          </p:cNvPr>
          <p:cNvSpPr>
            <a:spLocks noGrp="1"/>
          </p:cNvSpPr>
          <p:nvPr>
            <p:ph type="sldNum" sz="quarter" idx="35"/>
          </p:nvPr>
        </p:nvSpPr>
        <p:spPr>
          <a:xfrm>
            <a:off x="8610600" y="6356350"/>
            <a:ext cx="2743200" cy="365125"/>
          </a:xfrm>
        </p:spPr>
        <p:txBody>
          <a:bodyPr/>
          <a:lstStyle/>
          <a:p>
            <a:pPr>
              <a:defRPr/>
            </a:pPr>
            <a:fld id="{90CBDC3A-D49F-4631-A8C7-55D59B33E5FA}" type="slidenum">
              <a:rPr lang="en-US" smtClean="0">
                <a:solidFill>
                  <a:schemeClr val="tx1"/>
                </a:solidFill>
              </a:rPr>
              <a:pPr>
                <a:defRPr/>
              </a:pPr>
              <a:t>4</a:t>
            </a:fld>
            <a:endParaRPr lang="en-US" dirty="0">
              <a:solidFill>
                <a:schemeClr val="tx1"/>
              </a:solidFill>
            </a:endParaRPr>
          </a:p>
        </p:txBody>
      </p:sp>
    </p:spTree>
    <p:extLst>
      <p:ext uri="{BB962C8B-B14F-4D97-AF65-F5344CB8AC3E}">
        <p14:creationId xmlns:p14="http://schemas.microsoft.com/office/powerpoint/2010/main" val="1243853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63489A-53A1-C54E-AF09-52EBD1B39CF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844" y="444"/>
            <a:ext cx="12185058" cy="6857525"/>
          </a:xfrm>
          <a:prstGeom prst="rect">
            <a:avLst/>
          </a:prstGeom>
        </p:spPr>
      </p:pic>
      <p:sp>
        <p:nvSpPr>
          <p:cNvPr id="5" name="TextBox 4">
            <a:extLst>
              <a:ext uri="{FF2B5EF4-FFF2-40B4-BE49-F238E27FC236}">
                <a16:creationId xmlns:a16="http://schemas.microsoft.com/office/drawing/2014/main" id="{F430353E-471C-D848-B056-834854BADE61}"/>
              </a:ext>
            </a:extLst>
          </p:cNvPr>
          <p:cNvSpPr txBox="1"/>
          <p:nvPr/>
        </p:nvSpPr>
        <p:spPr>
          <a:xfrm>
            <a:off x="315524" y="1346143"/>
            <a:ext cx="4722090" cy="1412694"/>
          </a:xfrm>
          <a:prstGeom prst="rect">
            <a:avLst/>
          </a:prstGeom>
          <a:noFill/>
        </p:spPr>
        <p:txBody>
          <a:bodyPr wrap="square" lIns="0" tIns="0" rIns="0" bIns="0" rtlCol="0" anchor="b" anchorCtr="0">
            <a:spAutoFit/>
          </a:bodyPr>
          <a:lstStyle/>
          <a:p>
            <a:pPr>
              <a:lnSpc>
                <a:spcPct val="85000"/>
              </a:lnSpc>
            </a:pPr>
            <a:r>
              <a:rPr lang="en-AU" sz="3600" cap="all" dirty="0">
                <a:solidFill>
                  <a:schemeClr val="accent2"/>
                </a:solidFill>
                <a:latin typeface="Graphik Black" panose="020B0503030202060203" pitchFamily="34" charset="77"/>
              </a:rPr>
              <a:t>Models need accuracy and explainability</a:t>
            </a:r>
            <a:endParaRPr lang="en-AU" sz="6600" cap="all" dirty="0">
              <a:solidFill>
                <a:schemeClr val="accent2"/>
              </a:solidFill>
              <a:latin typeface="Graphik Black" panose="020B0503030202060203" pitchFamily="34" charset="77"/>
            </a:endParaRPr>
          </a:p>
        </p:txBody>
      </p:sp>
      <p:sp>
        <p:nvSpPr>
          <p:cNvPr id="6" name="Text Placeholder 7">
            <a:extLst>
              <a:ext uri="{FF2B5EF4-FFF2-40B4-BE49-F238E27FC236}">
                <a16:creationId xmlns:a16="http://schemas.microsoft.com/office/drawing/2014/main" id="{6DCE1A3C-8351-F942-BAF4-09AF4263B156}"/>
              </a:ext>
            </a:extLst>
          </p:cNvPr>
          <p:cNvSpPr txBox="1">
            <a:spLocks/>
          </p:cNvSpPr>
          <p:nvPr/>
        </p:nvSpPr>
        <p:spPr>
          <a:xfrm>
            <a:off x="7662562" y="3751819"/>
            <a:ext cx="4166955" cy="1851168"/>
          </a:xfrm>
          <a:prstGeom prst="rect">
            <a:avLst/>
          </a:prstGeom>
        </p:spPr>
        <p:txBody>
          <a:bodyPr lIns="0" tIns="0" rIns="0" bIns="0"/>
          <a:lstStyle>
            <a:lvl1pPr marL="0" indent="0" algn="l" rtl="0" eaLnBrk="1" fontAlgn="base" hangingPunct="1">
              <a:lnSpc>
                <a:spcPct val="110000"/>
              </a:lnSpc>
              <a:spcBef>
                <a:spcPts val="1200"/>
              </a:spcBef>
              <a:spcAft>
                <a:spcPct val="0"/>
              </a:spcAft>
              <a:buFont typeface="Arial" pitchFamily="34" charset="0"/>
              <a:buNone/>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179964" lvl="2" indent="-179964">
              <a:lnSpc>
                <a:spcPct val="100000"/>
              </a:lnSpc>
              <a:buFont typeface="Arial" pitchFamily="34" charset="0"/>
              <a:buChar char="•"/>
            </a:pPr>
            <a:r>
              <a:rPr lang="en-US" sz="1600" dirty="0">
                <a:solidFill>
                  <a:schemeClr val="bg1"/>
                </a:solidFill>
                <a:latin typeface="Graphik" panose="020B0503030202060203" pitchFamily="34" charset="77"/>
              </a:rPr>
              <a:t>Lime and Shap</a:t>
            </a:r>
          </a:p>
          <a:p>
            <a:pPr marL="179964" lvl="2" indent="-179964">
              <a:lnSpc>
                <a:spcPct val="100000"/>
              </a:lnSpc>
              <a:buFont typeface="Arial" pitchFamily="34" charset="0"/>
              <a:buChar char="•"/>
            </a:pPr>
            <a:r>
              <a:rPr lang="en-US" sz="1600" dirty="0">
                <a:solidFill>
                  <a:schemeClr val="bg1"/>
                </a:solidFill>
                <a:latin typeface="Graphik" panose="020B0503030202060203" pitchFamily="34" charset="77"/>
              </a:rPr>
              <a:t>Evaluation of explainers</a:t>
            </a:r>
          </a:p>
          <a:p>
            <a:pPr marL="179964" lvl="2" indent="-179964">
              <a:lnSpc>
                <a:spcPct val="100000"/>
              </a:lnSpc>
              <a:buFont typeface="Arial" pitchFamily="34" charset="0"/>
              <a:buChar char="•"/>
            </a:pPr>
            <a:endParaRPr lang="en-US" sz="1600" dirty="0">
              <a:solidFill>
                <a:schemeClr val="bg1"/>
              </a:solidFill>
              <a:latin typeface="Graphik" panose="020B0503030202060203" pitchFamily="34" charset="77"/>
            </a:endParaRPr>
          </a:p>
          <a:p>
            <a:pPr marL="179964" lvl="2" indent="-179964">
              <a:lnSpc>
                <a:spcPct val="100000"/>
              </a:lnSpc>
              <a:buFont typeface="Arial" pitchFamily="34" charset="0"/>
              <a:buChar char="•"/>
            </a:pPr>
            <a:r>
              <a:rPr lang="en-US" sz="1600" dirty="0">
                <a:solidFill>
                  <a:schemeClr val="bg1"/>
                </a:solidFill>
                <a:latin typeface="Graphik" panose="020B0503030202060203" pitchFamily="34" charset="77"/>
              </a:rPr>
              <a:t>Explanation methods may gap the bridge between accuracy and explainability</a:t>
            </a:r>
          </a:p>
        </p:txBody>
      </p:sp>
      <p:sp>
        <p:nvSpPr>
          <p:cNvPr id="7" name="Text Placeholder 2">
            <a:extLst>
              <a:ext uri="{FF2B5EF4-FFF2-40B4-BE49-F238E27FC236}">
                <a16:creationId xmlns:a16="http://schemas.microsoft.com/office/drawing/2014/main" id="{DADF8CC9-3818-E540-9147-C9F070384F72}"/>
              </a:ext>
            </a:extLst>
          </p:cNvPr>
          <p:cNvSpPr txBox="1">
            <a:spLocks/>
          </p:cNvSpPr>
          <p:nvPr/>
        </p:nvSpPr>
        <p:spPr>
          <a:xfrm>
            <a:off x="7564949" y="3023507"/>
            <a:ext cx="3676208" cy="881961"/>
          </a:xfrm>
          <a:prstGeom prst="rect">
            <a:avLst/>
          </a:prstGeom>
        </p:spPr>
        <p:txBody>
          <a:bodyPr lIns="0" tIns="0" rIns="0" bIns="0"/>
          <a:lstStyle>
            <a:lvl1pPr marL="0" indent="0" algn="l" rtl="0" eaLnBrk="1" fontAlgn="base" hangingPunct="1">
              <a:lnSpc>
                <a:spcPct val="110000"/>
              </a:lnSpc>
              <a:spcBef>
                <a:spcPts val="1200"/>
              </a:spcBef>
              <a:spcAft>
                <a:spcPct val="0"/>
              </a:spcAft>
              <a:buFont typeface="Arial" pitchFamily="34" charset="0"/>
              <a:buNone/>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80000"/>
              </a:lnSpc>
              <a:spcBef>
                <a:spcPts val="0"/>
              </a:spcBef>
            </a:pPr>
            <a:r>
              <a:rPr lang="en-US" sz="2400" dirty="0">
                <a:solidFill>
                  <a:schemeClr val="accent2"/>
                </a:solidFill>
                <a:latin typeface="Graphik Black" panose="020B0503030202060203" pitchFamily="34" charset="77"/>
              </a:rPr>
              <a:t>EXPLANATION METHODS</a:t>
            </a:r>
          </a:p>
        </p:txBody>
      </p:sp>
      <p:sp>
        <p:nvSpPr>
          <p:cNvPr id="8" name="TextBox 7">
            <a:extLst>
              <a:ext uri="{FF2B5EF4-FFF2-40B4-BE49-F238E27FC236}">
                <a16:creationId xmlns:a16="http://schemas.microsoft.com/office/drawing/2014/main" id="{FEF02853-F947-524E-BCD7-9E15B380C94E}"/>
              </a:ext>
            </a:extLst>
          </p:cNvPr>
          <p:cNvSpPr txBox="1"/>
          <p:nvPr/>
        </p:nvSpPr>
        <p:spPr>
          <a:xfrm>
            <a:off x="360897" y="749385"/>
            <a:ext cx="3565057" cy="359917"/>
          </a:xfrm>
          <a:prstGeom prst="rect">
            <a:avLst/>
          </a:prstGeom>
          <a:noFill/>
          <a:ln>
            <a:noFill/>
          </a:ln>
        </p:spPr>
        <p:txBody>
          <a:bodyPr wrap="square" lIns="0" tIns="0" rIns="0" bIns="0" rtlCol="0" anchor="ctr" anchorCtr="0">
            <a:noAutofit/>
          </a:bodyPr>
          <a:lstStyle/>
          <a:p>
            <a:pPr>
              <a:lnSpc>
                <a:spcPct val="85000"/>
              </a:lnSpc>
            </a:pPr>
            <a:r>
              <a:rPr lang="en-AU" sz="2000" b="1" cap="all" dirty="0">
                <a:solidFill>
                  <a:schemeClr val="bg1"/>
                </a:solidFill>
                <a:latin typeface="Graphik" panose="020B0503030202060203" pitchFamily="34" charset="77"/>
              </a:rPr>
              <a:t> </a:t>
            </a:r>
          </a:p>
        </p:txBody>
      </p:sp>
      <p:sp>
        <p:nvSpPr>
          <p:cNvPr id="3" name="Slide Number Placeholder 2">
            <a:extLst>
              <a:ext uri="{FF2B5EF4-FFF2-40B4-BE49-F238E27FC236}">
                <a16:creationId xmlns:a16="http://schemas.microsoft.com/office/drawing/2014/main" id="{8ACDB24C-5640-754D-9A41-B71562882919}"/>
              </a:ext>
            </a:extLst>
          </p:cNvPr>
          <p:cNvSpPr>
            <a:spLocks noGrp="1"/>
          </p:cNvSpPr>
          <p:nvPr>
            <p:ph type="sldNum" sz="quarter" idx="35"/>
          </p:nvPr>
        </p:nvSpPr>
        <p:spPr/>
        <p:txBody>
          <a:bodyPr/>
          <a:lstStyle/>
          <a:p>
            <a:pPr>
              <a:defRPr/>
            </a:pPr>
            <a:fld id="{90CBDC3A-D49F-4631-A8C7-55D59B33E5FA}" type="slidenum">
              <a:rPr lang="en-US" smtClean="0"/>
              <a:pPr>
                <a:defRPr/>
              </a:pPr>
              <a:t>5</a:t>
            </a:fld>
            <a:endParaRPr lang="en-US" dirty="0"/>
          </a:p>
        </p:txBody>
      </p:sp>
    </p:spTree>
    <p:extLst>
      <p:ext uri="{BB962C8B-B14F-4D97-AF65-F5344CB8AC3E}">
        <p14:creationId xmlns:p14="http://schemas.microsoft.com/office/powerpoint/2010/main" val="1657932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8D6C62-AD39-8C4F-B307-6B3BFE9FF6E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792" y="417"/>
            <a:ext cx="12185110" cy="6857554"/>
          </a:xfrm>
          <a:prstGeom prst="rect">
            <a:avLst/>
          </a:prstGeom>
        </p:spPr>
      </p:pic>
      <p:grpSp>
        <p:nvGrpSpPr>
          <p:cNvPr id="7" name="Group 6">
            <a:extLst>
              <a:ext uri="{FF2B5EF4-FFF2-40B4-BE49-F238E27FC236}">
                <a16:creationId xmlns:a16="http://schemas.microsoft.com/office/drawing/2014/main" id="{55FB1743-9BD8-2F40-9355-F3E425538381}"/>
              </a:ext>
            </a:extLst>
          </p:cNvPr>
          <p:cNvGrpSpPr/>
          <p:nvPr/>
        </p:nvGrpSpPr>
        <p:grpSpPr>
          <a:xfrm>
            <a:off x="1119905" y="1386304"/>
            <a:ext cx="4889064" cy="2153214"/>
            <a:chOff x="1116372" y="1854297"/>
            <a:chExt cx="4890196" cy="2153712"/>
          </a:xfrm>
        </p:grpSpPr>
        <p:sp>
          <p:nvSpPr>
            <p:cNvPr id="5" name="Text Placeholder 7">
              <a:extLst>
                <a:ext uri="{FF2B5EF4-FFF2-40B4-BE49-F238E27FC236}">
                  <a16:creationId xmlns:a16="http://schemas.microsoft.com/office/drawing/2014/main" id="{0065D296-A482-0D4D-91CA-E4FE8E18B435}"/>
                </a:ext>
              </a:extLst>
            </p:cNvPr>
            <p:cNvSpPr txBox="1">
              <a:spLocks/>
            </p:cNvSpPr>
            <p:nvPr/>
          </p:nvSpPr>
          <p:spPr>
            <a:xfrm>
              <a:off x="1116372" y="3114737"/>
              <a:ext cx="4890196" cy="893272"/>
            </a:xfrm>
            <a:prstGeom prst="rect">
              <a:avLst/>
            </a:prstGeom>
          </p:spPr>
          <p:txBody>
            <a:bodyPr wrap="square" lIns="0" tIns="0" rIns="0" bIns="0">
              <a:spAutoFit/>
            </a:bodyPr>
            <a:lstStyle>
              <a:lvl1pPr marL="0" indent="0" algn="l" rtl="0" eaLnBrk="1" fontAlgn="base" hangingPunct="1">
                <a:lnSpc>
                  <a:spcPct val="110000"/>
                </a:lnSpc>
                <a:spcBef>
                  <a:spcPts val="1200"/>
                </a:spcBef>
                <a:spcAft>
                  <a:spcPct val="0"/>
                </a:spcAft>
                <a:buFont typeface="Arial" pitchFamily="34" charset="0"/>
                <a:buNone/>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266647" lvl="2" indent="-266647">
                <a:buFont typeface="Arial" panose="020B0604020202020204" pitchFamily="34" charset="0"/>
                <a:buChar char="•"/>
              </a:pPr>
              <a:r>
                <a:rPr lang="en-US" sz="1600" dirty="0">
                  <a:solidFill>
                    <a:schemeClr val="bg1"/>
                  </a:solidFill>
                  <a:latin typeface="Graphik" panose="020B0503030202060203" pitchFamily="34" charset="77"/>
                </a:rPr>
                <a:t>In theory, Shap is the dominant (linear) explanation </a:t>
              </a:r>
              <a:r>
                <a:rPr lang="en-US" sz="1600" dirty="0" err="1">
                  <a:solidFill>
                    <a:schemeClr val="bg1"/>
                  </a:solidFill>
                  <a:latin typeface="Graphik" panose="020B0503030202060203" pitchFamily="34" charset="77"/>
                </a:rPr>
                <a:t>methoc</a:t>
              </a:r>
              <a:endParaRPr lang="en-US" sz="1600" dirty="0">
                <a:solidFill>
                  <a:schemeClr val="bg1"/>
                </a:solidFill>
                <a:latin typeface="Graphik" panose="020B0503030202060203" pitchFamily="34" charset="77"/>
              </a:endParaRPr>
            </a:p>
            <a:p>
              <a:pPr marL="266647" lvl="2" indent="-266647">
                <a:buFont typeface="Arial" panose="020B0604020202020204" pitchFamily="34" charset="0"/>
                <a:buChar char="•"/>
              </a:pPr>
              <a:r>
                <a:rPr lang="en-US" sz="1600" dirty="0">
                  <a:solidFill>
                    <a:schemeClr val="bg1"/>
                  </a:solidFill>
                  <a:latin typeface="Graphik" panose="020B0503030202060203" pitchFamily="34" charset="77"/>
                </a:rPr>
                <a:t> </a:t>
              </a:r>
            </a:p>
          </p:txBody>
        </p:sp>
        <p:sp>
          <p:nvSpPr>
            <p:cNvPr id="6" name="Text Placeholder 2">
              <a:extLst>
                <a:ext uri="{FF2B5EF4-FFF2-40B4-BE49-F238E27FC236}">
                  <a16:creationId xmlns:a16="http://schemas.microsoft.com/office/drawing/2014/main" id="{C0937FC6-3077-8741-A555-F62A00F75215}"/>
                </a:ext>
              </a:extLst>
            </p:cNvPr>
            <p:cNvSpPr txBox="1">
              <a:spLocks/>
            </p:cNvSpPr>
            <p:nvPr/>
          </p:nvSpPr>
          <p:spPr>
            <a:xfrm>
              <a:off x="1152796" y="1854297"/>
              <a:ext cx="4506362" cy="1219202"/>
            </a:xfrm>
            <a:prstGeom prst="rect">
              <a:avLst/>
            </a:prstGeom>
          </p:spPr>
          <p:txBody>
            <a:bodyPr lIns="0" tIns="0" rIns="0" bIns="0"/>
            <a:lstStyle>
              <a:lvl1pPr marL="0" indent="0" algn="l" rtl="0" eaLnBrk="1" fontAlgn="base" hangingPunct="1">
                <a:lnSpc>
                  <a:spcPct val="110000"/>
                </a:lnSpc>
                <a:spcBef>
                  <a:spcPts val="1200"/>
                </a:spcBef>
                <a:spcAft>
                  <a:spcPct val="0"/>
                </a:spcAft>
                <a:buFont typeface="Arial" pitchFamily="34" charset="0"/>
                <a:buNone/>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70000"/>
                </a:lnSpc>
              </a:pPr>
              <a:r>
                <a:rPr lang="en-US" sz="5399" dirty="0">
                  <a:solidFill>
                    <a:schemeClr val="accent2"/>
                  </a:solidFill>
                  <a:latin typeface="Graphik Black" panose="020B0503030202060203" pitchFamily="34" charset="77"/>
                </a:rPr>
                <a:t>Lime vs Shap</a:t>
              </a:r>
              <a:endParaRPr lang="en-GB" sz="3599" dirty="0">
                <a:solidFill>
                  <a:schemeClr val="accent2"/>
                </a:solidFill>
                <a:latin typeface="Graphik Black" panose="020B0503030202060203" pitchFamily="34" charset="77"/>
              </a:endParaRPr>
            </a:p>
          </p:txBody>
        </p:sp>
      </p:grpSp>
      <p:sp>
        <p:nvSpPr>
          <p:cNvPr id="3" name="Slide Number Placeholder 2">
            <a:extLst>
              <a:ext uri="{FF2B5EF4-FFF2-40B4-BE49-F238E27FC236}">
                <a16:creationId xmlns:a16="http://schemas.microsoft.com/office/drawing/2014/main" id="{6963ED44-54AF-E943-B0C3-23F012BB3B7F}"/>
              </a:ext>
            </a:extLst>
          </p:cNvPr>
          <p:cNvSpPr>
            <a:spLocks noGrp="1"/>
          </p:cNvSpPr>
          <p:nvPr>
            <p:ph type="sldNum" sz="quarter" idx="35"/>
          </p:nvPr>
        </p:nvSpPr>
        <p:spPr/>
        <p:txBody>
          <a:bodyPr/>
          <a:lstStyle/>
          <a:p>
            <a:pPr>
              <a:defRPr/>
            </a:pPr>
            <a:fld id="{90CBDC3A-D49F-4631-A8C7-55D59B33E5FA}" type="slidenum">
              <a:rPr lang="en-US" smtClean="0"/>
              <a:pPr>
                <a:defRPr/>
              </a:pPr>
              <a:t>6</a:t>
            </a:fld>
            <a:endParaRPr lang="en-US" dirty="0"/>
          </a:p>
        </p:txBody>
      </p:sp>
    </p:spTree>
    <p:extLst>
      <p:ext uri="{BB962C8B-B14F-4D97-AF65-F5344CB8AC3E}">
        <p14:creationId xmlns:p14="http://schemas.microsoft.com/office/powerpoint/2010/main" val="3582785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2DF853-EA65-054E-847F-717B876740C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792" y="417"/>
            <a:ext cx="12185110" cy="6857554"/>
          </a:xfrm>
          <a:prstGeom prst="rect">
            <a:avLst/>
          </a:prstGeom>
        </p:spPr>
      </p:pic>
      <p:sp>
        <p:nvSpPr>
          <p:cNvPr id="3" name="Slide Number Placeholder 2">
            <a:extLst>
              <a:ext uri="{FF2B5EF4-FFF2-40B4-BE49-F238E27FC236}">
                <a16:creationId xmlns:a16="http://schemas.microsoft.com/office/drawing/2014/main" id="{AF6BF062-F00A-2C44-9A31-1CEC5D7287C7}"/>
              </a:ext>
            </a:extLst>
          </p:cNvPr>
          <p:cNvSpPr>
            <a:spLocks noGrp="1"/>
          </p:cNvSpPr>
          <p:nvPr>
            <p:ph type="sldNum" sz="quarter" idx="35"/>
          </p:nvPr>
        </p:nvSpPr>
        <p:spPr/>
        <p:txBody>
          <a:bodyPr/>
          <a:lstStyle/>
          <a:p>
            <a:pPr>
              <a:defRPr/>
            </a:pPr>
            <a:fld id="{90CBDC3A-D49F-4631-A8C7-55D59B33E5FA}" type="slidenum">
              <a:rPr lang="en-US" smtClean="0"/>
              <a:pPr>
                <a:defRPr/>
              </a:pPr>
              <a:t>7</a:t>
            </a:fld>
            <a:endParaRPr lang="en-US" dirty="0"/>
          </a:p>
        </p:txBody>
      </p:sp>
      <p:grpSp>
        <p:nvGrpSpPr>
          <p:cNvPr id="10" name="Group 9">
            <a:extLst>
              <a:ext uri="{FF2B5EF4-FFF2-40B4-BE49-F238E27FC236}">
                <a16:creationId xmlns:a16="http://schemas.microsoft.com/office/drawing/2014/main" id="{25B9CCB1-F37D-A941-8525-AD3673063873}"/>
              </a:ext>
            </a:extLst>
          </p:cNvPr>
          <p:cNvGrpSpPr/>
          <p:nvPr/>
        </p:nvGrpSpPr>
        <p:grpSpPr>
          <a:xfrm>
            <a:off x="1119905" y="1386302"/>
            <a:ext cx="4703743" cy="3029693"/>
            <a:chOff x="1116372" y="1854297"/>
            <a:chExt cx="4704832" cy="3030394"/>
          </a:xfrm>
        </p:grpSpPr>
        <p:sp>
          <p:nvSpPr>
            <p:cNvPr id="11" name="Text Placeholder 7">
              <a:extLst>
                <a:ext uri="{FF2B5EF4-FFF2-40B4-BE49-F238E27FC236}">
                  <a16:creationId xmlns:a16="http://schemas.microsoft.com/office/drawing/2014/main" id="{27CA71A3-0119-1545-9A4E-42AC8E2C49D4}"/>
                </a:ext>
              </a:extLst>
            </p:cNvPr>
            <p:cNvSpPr txBox="1">
              <a:spLocks/>
            </p:cNvSpPr>
            <p:nvPr/>
          </p:nvSpPr>
          <p:spPr>
            <a:xfrm>
              <a:off x="1116372" y="3248143"/>
              <a:ext cx="4704832" cy="1636548"/>
            </a:xfrm>
            <a:prstGeom prst="rect">
              <a:avLst/>
            </a:prstGeom>
          </p:spPr>
          <p:txBody>
            <a:bodyPr wrap="square" lIns="0" tIns="0" rIns="0" bIns="0">
              <a:noAutofit/>
            </a:bodyPr>
            <a:lstStyle>
              <a:lvl1pPr marL="0" indent="0" algn="l" rtl="0" eaLnBrk="1" fontAlgn="base" hangingPunct="1">
                <a:lnSpc>
                  <a:spcPct val="110000"/>
                </a:lnSpc>
                <a:spcBef>
                  <a:spcPts val="1200"/>
                </a:spcBef>
                <a:spcAft>
                  <a:spcPct val="0"/>
                </a:spcAft>
                <a:buFont typeface="Arial" pitchFamily="34" charset="0"/>
                <a:buNone/>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266647" lvl="2" indent="-266647">
                <a:buFont typeface="Arial" panose="020B0604020202020204" pitchFamily="34" charset="0"/>
                <a:buChar char="•"/>
              </a:pPr>
              <a:r>
                <a:rPr lang="en-US" sz="1600" dirty="0">
                  <a:solidFill>
                    <a:schemeClr val="bg1"/>
                  </a:solidFill>
                  <a:latin typeface="Graphik" panose="020B0503030202060203" pitchFamily="34" charset="77"/>
                </a:rPr>
                <a:t>3-4 concise bullets on what happened as a result of our work</a:t>
              </a:r>
            </a:p>
            <a:p>
              <a:pPr marL="266647" lvl="2" indent="-266647">
                <a:buFont typeface="Arial" panose="020B0604020202020204" pitchFamily="34" charset="0"/>
                <a:buChar char="•"/>
              </a:pPr>
              <a:r>
                <a:rPr lang="en-US" sz="1600" dirty="0">
                  <a:solidFill>
                    <a:schemeClr val="bg1"/>
                  </a:solidFill>
                  <a:latin typeface="Graphik" panose="020B0503030202060203" pitchFamily="34" charset="77"/>
                </a:rPr>
                <a:t>Specifically, how did the employee or customer experience change?</a:t>
              </a:r>
            </a:p>
            <a:p>
              <a:pPr marL="266647" lvl="2" indent="-266647">
                <a:buFont typeface="Arial" panose="020B0604020202020204" pitchFamily="34" charset="0"/>
                <a:buChar char="•"/>
              </a:pPr>
              <a:r>
                <a:rPr lang="en-US" sz="1600" dirty="0">
                  <a:solidFill>
                    <a:schemeClr val="bg1"/>
                  </a:solidFill>
                  <a:latin typeface="Graphik" panose="020B0503030202060203" pitchFamily="34" charset="77"/>
                </a:rPr>
                <a:t>Are there any qualitative results?</a:t>
              </a:r>
            </a:p>
          </p:txBody>
        </p:sp>
        <p:sp>
          <p:nvSpPr>
            <p:cNvPr id="12" name="Text Placeholder 2">
              <a:extLst>
                <a:ext uri="{FF2B5EF4-FFF2-40B4-BE49-F238E27FC236}">
                  <a16:creationId xmlns:a16="http://schemas.microsoft.com/office/drawing/2014/main" id="{43685761-9929-FF4E-A42A-00C5D41F4E20}"/>
                </a:ext>
              </a:extLst>
            </p:cNvPr>
            <p:cNvSpPr txBox="1">
              <a:spLocks/>
            </p:cNvSpPr>
            <p:nvPr/>
          </p:nvSpPr>
          <p:spPr>
            <a:xfrm>
              <a:off x="1152796" y="1854297"/>
              <a:ext cx="4506362" cy="1219202"/>
            </a:xfrm>
            <a:prstGeom prst="rect">
              <a:avLst/>
            </a:prstGeom>
          </p:spPr>
          <p:txBody>
            <a:bodyPr lIns="0" tIns="0" rIns="0" bIns="0"/>
            <a:lstStyle>
              <a:lvl1pPr marL="0" indent="0" algn="l" rtl="0" eaLnBrk="1" fontAlgn="base" hangingPunct="1">
                <a:lnSpc>
                  <a:spcPct val="110000"/>
                </a:lnSpc>
                <a:spcBef>
                  <a:spcPts val="1200"/>
                </a:spcBef>
                <a:spcAft>
                  <a:spcPct val="0"/>
                </a:spcAft>
                <a:buFont typeface="Arial" pitchFamily="34" charset="0"/>
                <a:buNone/>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70000"/>
                </a:lnSpc>
              </a:pPr>
              <a:r>
                <a:rPr lang="en-US" sz="5399" dirty="0">
                  <a:solidFill>
                    <a:schemeClr val="accent2"/>
                  </a:solidFill>
                  <a:latin typeface="Graphik Black" panose="020B0503030202060203" pitchFamily="34" charset="77"/>
                </a:rPr>
                <a:t>Evaluation metric</a:t>
              </a:r>
              <a:endParaRPr lang="en-GB" sz="3599" dirty="0">
                <a:solidFill>
                  <a:schemeClr val="accent2"/>
                </a:solidFill>
                <a:latin typeface="Graphik Black" panose="020B0503030202060203" pitchFamily="34" charset="77"/>
              </a:endParaRPr>
            </a:p>
          </p:txBody>
        </p:sp>
      </p:grpSp>
    </p:spTree>
    <p:extLst>
      <p:ext uri="{BB962C8B-B14F-4D97-AF65-F5344CB8AC3E}">
        <p14:creationId xmlns:p14="http://schemas.microsoft.com/office/powerpoint/2010/main" val="2792982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2F2">
            <a:alpha val="50196"/>
          </a:srgbClr>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4D6256-45E1-804E-BE56-3B84B2D778CA}"/>
              </a:ext>
            </a:extLst>
          </p:cNvPr>
          <p:cNvSpPr>
            <a:spLocks noGrp="1"/>
          </p:cNvSpPr>
          <p:nvPr>
            <p:ph type="body" sz="quarter" idx="35"/>
          </p:nvPr>
        </p:nvSpPr>
        <p:spPr>
          <a:xfrm>
            <a:off x="1383924" y="1618900"/>
            <a:ext cx="3823156" cy="1298561"/>
          </a:xfrm>
        </p:spPr>
        <p:txBody>
          <a:bodyPr/>
          <a:lstStyle/>
          <a:p>
            <a:r>
              <a:rPr lang="en-US" dirty="0">
                <a:solidFill>
                  <a:schemeClr val="accent2"/>
                </a:solidFill>
              </a:rPr>
              <a:t>Interpretability</a:t>
            </a:r>
            <a:r>
              <a:rPr lang="en-US" dirty="0"/>
              <a:t> vs </a:t>
            </a:r>
          </a:p>
          <a:p>
            <a:r>
              <a:rPr lang="en-US" dirty="0">
                <a:solidFill>
                  <a:schemeClr val="accent1">
                    <a:lumMod val="75000"/>
                  </a:schemeClr>
                </a:solidFill>
              </a:rPr>
              <a:t>Explainability</a:t>
            </a:r>
          </a:p>
          <a:p>
            <a:endParaRPr lang="en-US" dirty="0"/>
          </a:p>
        </p:txBody>
      </p:sp>
      <p:sp>
        <p:nvSpPr>
          <p:cNvPr id="4" name="Slide Number Placeholder 3">
            <a:extLst>
              <a:ext uri="{FF2B5EF4-FFF2-40B4-BE49-F238E27FC236}">
                <a16:creationId xmlns:a16="http://schemas.microsoft.com/office/drawing/2014/main" id="{B7F756ED-F9A1-8047-88CF-A4C761ED337F}"/>
              </a:ext>
            </a:extLst>
          </p:cNvPr>
          <p:cNvSpPr>
            <a:spLocks noGrp="1"/>
          </p:cNvSpPr>
          <p:nvPr>
            <p:ph type="sldNum" sz="quarter" idx="37"/>
          </p:nvPr>
        </p:nvSpPr>
        <p:spPr/>
        <p:txBody>
          <a:bodyPr/>
          <a:lstStyle/>
          <a:p>
            <a:fld id="{90CBDC3A-D49F-4631-A8C7-55D59B33E5FA}" type="slidenum">
              <a:rPr lang="en-US" smtClean="0"/>
              <a:pPr/>
              <a:t>8</a:t>
            </a:fld>
            <a:endParaRPr lang="en-US" dirty="0"/>
          </a:p>
        </p:txBody>
      </p:sp>
      <p:sp>
        <p:nvSpPr>
          <p:cNvPr id="21" name="Title 20">
            <a:extLst>
              <a:ext uri="{FF2B5EF4-FFF2-40B4-BE49-F238E27FC236}">
                <a16:creationId xmlns:a16="http://schemas.microsoft.com/office/drawing/2014/main" id="{7175AD26-14B2-0D40-9A35-D9910EA298D1}"/>
              </a:ext>
            </a:extLst>
          </p:cNvPr>
          <p:cNvSpPr>
            <a:spLocks noGrp="1"/>
          </p:cNvSpPr>
          <p:nvPr>
            <p:ph type="title"/>
          </p:nvPr>
        </p:nvSpPr>
        <p:spPr>
          <a:xfrm>
            <a:off x="5531116" y="1618899"/>
            <a:ext cx="5412463" cy="3323346"/>
          </a:xfrm>
        </p:spPr>
        <p:txBody>
          <a:bodyPr/>
          <a:lstStyle/>
          <a:p>
            <a:r>
              <a:rPr lang="en-US" dirty="0"/>
              <a:t>“The degree of understanding</a:t>
            </a:r>
            <a:br>
              <a:rPr lang="en-US" dirty="0"/>
            </a:br>
            <a:r>
              <a:rPr lang="en-US" sz="3200" dirty="0"/>
              <a:t>1) </a:t>
            </a:r>
            <a:r>
              <a:rPr lang="en-US" dirty="0">
                <a:solidFill>
                  <a:schemeClr val="accent2"/>
                </a:solidFill>
              </a:rPr>
              <a:t>output</a:t>
            </a:r>
            <a:br>
              <a:rPr lang="en-US" dirty="0"/>
            </a:br>
            <a:r>
              <a:rPr lang="en-US" sz="3200" dirty="0"/>
              <a:t>2) </a:t>
            </a:r>
            <a:r>
              <a:rPr lang="en-US" dirty="0">
                <a:solidFill>
                  <a:schemeClr val="accent1">
                    <a:lumMod val="75000"/>
                  </a:schemeClr>
                </a:solidFill>
              </a:rPr>
              <a:t>inner workings</a:t>
            </a:r>
            <a:br>
              <a:rPr lang="en-US" dirty="0"/>
            </a:br>
            <a:r>
              <a:rPr lang="en-US" dirty="0"/>
              <a:t> of the model”</a:t>
            </a:r>
          </a:p>
        </p:txBody>
      </p:sp>
    </p:spTree>
    <p:extLst>
      <p:ext uri="{BB962C8B-B14F-4D97-AF65-F5344CB8AC3E}">
        <p14:creationId xmlns:p14="http://schemas.microsoft.com/office/powerpoint/2010/main" val="1165802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995C74-9AA7-B844-B319-491361C5ACB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263131" y="3062642"/>
            <a:ext cx="914188" cy="914188"/>
          </a:xfrm>
          <a:prstGeom prst="rect">
            <a:avLst/>
          </a:prstGeom>
        </p:spPr>
      </p:pic>
      <p:pic>
        <p:nvPicPr>
          <p:cNvPr id="7" name="Picture 6">
            <a:extLst>
              <a:ext uri="{FF2B5EF4-FFF2-40B4-BE49-F238E27FC236}">
                <a16:creationId xmlns:a16="http://schemas.microsoft.com/office/drawing/2014/main" id="{9948A7CA-1862-5040-A415-BCDF2C832CB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3440" y="1676777"/>
            <a:ext cx="914188" cy="914188"/>
          </a:xfrm>
          <a:prstGeom prst="rect">
            <a:avLst/>
          </a:prstGeom>
        </p:spPr>
      </p:pic>
      <p:sp>
        <p:nvSpPr>
          <p:cNvPr id="2" name="Text Placeholder 1">
            <a:extLst>
              <a:ext uri="{FF2B5EF4-FFF2-40B4-BE49-F238E27FC236}">
                <a16:creationId xmlns:a16="http://schemas.microsoft.com/office/drawing/2014/main" id="{D4011857-CDBA-B44E-B3CA-9E5093336000}"/>
              </a:ext>
            </a:extLst>
          </p:cNvPr>
          <p:cNvSpPr>
            <a:spLocks noGrp="1"/>
          </p:cNvSpPr>
          <p:nvPr>
            <p:ph type="body" sz="quarter" idx="35"/>
          </p:nvPr>
        </p:nvSpPr>
        <p:spPr>
          <a:xfrm>
            <a:off x="880534" y="4543961"/>
            <a:ext cx="6399319" cy="757130"/>
          </a:xfrm>
        </p:spPr>
        <p:txBody>
          <a:bodyPr/>
          <a:lstStyle/>
          <a:p>
            <a:r>
              <a:rPr lang="en-US" dirty="0"/>
              <a:t>INSERT AUTHOR’S DETAILS HERE.</a:t>
            </a:r>
            <a:br>
              <a:rPr lang="en-US" dirty="0"/>
            </a:br>
            <a:r>
              <a:rPr lang="en-US" dirty="0"/>
              <a:t>UPPERCASE, maximum 3 lines at 16pt, MINIMUM 14PT. </a:t>
            </a:r>
          </a:p>
          <a:p>
            <a:endParaRPr lang="en-US" dirty="0"/>
          </a:p>
        </p:txBody>
      </p:sp>
      <p:sp>
        <p:nvSpPr>
          <p:cNvPr id="3" name="Footer Placeholder 2">
            <a:extLst>
              <a:ext uri="{FF2B5EF4-FFF2-40B4-BE49-F238E27FC236}">
                <a16:creationId xmlns:a16="http://schemas.microsoft.com/office/drawing/2014/main" id="{F2673194-0A34-5742-9B6B-3C600C51B7DD}"/>
              </a:ext>
            </a:extLst>
          </p:cNvPr>
          <p:cNvSpPr>
            <a:spLocks noGrp="1"/>
          </p:cNvSpPr>
          <p:nvPr>
            <p:ph type="ftr" sz="quarter" idx="36"/>
          </p:nvPr>
        </p:nvSpPr>
        <p:spPr/>
        <p:txBody>
          <a:bodyPr/>
          <a:lstStyle/>
          <a:p>
            <a:r>
              <a:rPr lang="en-US"/>
              <a:t>Copyright © 2018 Accenture. All rights reserved.</a:t>
            </a:r>
            <a:endParaRPr lang="en-AU" dirty="0"/>
          </a:p>
        </p:txBody>
      </p:sp>
      <p:sp>
        <p:nvSpPr>
          <p:cNvPr id="4" name="Slide Number Placeholder 3">
            <a:extLst>
              <a:ext uri="{FF2B5EF4-FFF2-40B4-BE49-F238E27FC236}">
                <a16:creationId xmlns:a16="http://schemas.microsoft.com/office/drawing/2014/main" id="{564143E0-B82B-724D-9F2A-9FE3B6B0B367}"/>
              </a:ext>
            </a:extLst>
          </p:cNvPr>
          <p:cNvSpPr>
            <a:spLocks noGrp="1"/>
          </p:cNvSpPr>
          <p:nvPr>
            <p:ph type="sldNum" sz="quarter" idx="37"/>
          </p:nvPr>
        </p:nvSpPr>
        <p:spPr/>
        <p:txBody>
          <a:bodyPr/>
          <a:lstStyle/>
          <a:p>
            <a:fld id="{90CBDC3A-D49F-4631-A8C7-55D59B33E5FA}" type="slidenum">
              <a:rPr lang="en-US" smtClean="0"/>
              <a:pPr/>
              <a:t>9</a:t>
            </a:fld>
            <a:endParaRPr lang="en-US" dirty="0"/>
          </a:p>
        </p:txBody>
      </p:sp>
      <p:sp>
        <p:nvSpPr>
          <p:cNvPr id="9" name="Title 8">
            <a:extLst>
              <a:ext uri="{FF2B5EF4-FFF2-40B4-BE49-F238E27FC236}">
                <a16:creationId xmlns:a16="http://schemas.microsoft.com/office/drawing/2014/main" id="{0325DEE8-3EDD-8047-AFB0-40290FE9F61F}"/>
              </a:ext>
            </a:extLst>
          </p:cNvPr>
          <p:cNvSpPr>
            <a:spLocks noGrp="1"/>
          </p:cNvSpPr>
          <p:nvPr>
            <p:ph type="title"/>
          </p:nvPr>
        </p:nvSpPr>
        <p:spPr>
          <a:xfrm>
            <a:off x="877289" y="2272934"/>
            <a:ext cx="10430983" cy="1107739"/>
          </a:xfrm>
        </p:spPr>
        <p:txBody>
          <a:bodyPr/>
          <a:lstStyle/>
          <a:p>
            <a:r>
              <a:rPr lang="en-US" dirty="0"/>
              <a:t>Do we need to understand the inner workings of a predictive model?</a:t>
            </a:r>
          </a:p>
        </p:txBody>
      </p:sp>
    </p:spTree>
    <p:extLst>
      <p:ext uri="{BB962C8B-B14F-4D97-AF65-F5344CB8AC3E}">
        <p14:creationId xmlns:p14="http://schemas.microsoft.com/office/powerpoint/2010/main" val="4163733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D93A"/>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2483A1-64B6-CD40-A3EC-DC33036ACA34}"/>
              </a:ext>
            </a:extLst>
          </p:cNvPr>
          <p:cNvSpPr>
            <a:spLocks noGrp="1"/>
          </p:cNvSpPr>
          <p:nvPr>
            <p:ph type="sldNum" sz="quarter" idx="32"/>
          </p:nvPr>
        </p:nvSpPr>
        <p:spPr>
          <a:xfrm flipH="1">
            <a:off x="11449455" y="6537474"/>
            <a:ext cx="383630" cy="135700"/>
          </a:xfrm>
        </p:spPr>
        <p:txBody>
          <a:bodyPr/>
          <a:lstStyle/>
          <a:p>
            <a:fld id="{90CBDC3A-D49F-4631-A8C7-55D59B33E5FA}" type="slidenum">
              <a:rPr lang="en-US" smtClean="0"/>
              <a:pPr/>
              <a:t>10</a:t>
            </a:fld>
            <a:endParaRPr lang="en-US" dirty="0"/>
          </a:p>
        </p:txBody>
      </p:sp>
      <p:sp>
        <p:nvSpPr>
          <p:cNvPr id="5" name="Text Placeholder 4">
            <a:extLst>
              <a:ext uri="{FF2B5EF4-FFF2-40B4-BE49-F238E27FC236}">
                <a16:creationId xmlns:a16="http://schemas.microsoft.com/office/drawing/2014/main" id="{3F34CA1B-F09A-CA40-8E0C-689999086449}"/>
              </a:ext>
            </a:extLst>
          </p:cNvPr>
          <p:cNvSpPr>
            <a:spLocks noGrp="1"/>
          </p:cNvSpPr>
          <p:nvPr>
            <p:ph type="body" sz="quarter" idx="10"/>
          </p:nvPr>
        </p:nvSpPr>
        <p:spPr>
          <a:xfrm>
            <a:off x="538565" y="3447508"/>
            <a:ext cx="5273663" cy="2165351"/>
          </a:xfrm>
        </p:spPr>
        <p:txBody>
          <a:bodyPr>
            <a:normAutofit lnSpcReduction="10000"/>
          </a:bodyPr>
          <a:lstStyle/>
          <a:p>
            <a:r>
              <a:rPr lang="en-AU" dirty="0"/>
              <a:t>Lime</a:t>
            </a:r>
          </a:p>
          <a:p>
            <a:r>
              <a:rPr lang="en-AU" dirty="0"/>
              <a:t>Shap</a:t>
            </a:r>
          </a:p>
          <a:p>
            <a:r>
              <a:rPr lang="en-AU" dirty="0"/>
              <a:t>Faithfulness</a:t>
            </a:r>
          </a:p>
          <a:p>
            <a:r>
              <a:rPr lang="en-AU" dirty="0"/>
              <a:t>Synthetic data generation</a:t>
            </a:r>
            <a:endParaRPr lang="en-US" dirty="0"/>
          </a:p>
        </p:txBody>
      </p:sp>
      <p:sp>
        <p:nvSpPr>
          <p:cNvPr id="26" name="Title 25">
            <a:extLst>
              <a:ext uri="{FF2B5EF4-FFF2-40B4-BE49-F238E27FC236}">
                <a16:creationId xmlns:a16="http://schemas.microsoft.com/office/drawing/2014/main" id="{38CB3D8A-940A-304B-9647-4026C3D1B3BA}"/>
              </a:ext>
            </a:extLst>
          </p:cNvPr>
          <p:cNvSpPr>
            <a:spLocks noGrp="1"/>
          </p:cNvSpPr>
          <p:nvPr>
            <p:ph type="ctrTitle"/>
          </p:nvPr>
        </p:nvSpPr>
        <p:spPr>
          <a:xfrm>
            <a:off x="542021" y="2652012"/>
            <a:ext cx="7394112" cy="850033"/>
          </a:xfrm>
        </p:spPr>
        <p:txBody>
          <a:bodyPr/>
          <a:lstStyle/>
          <a:p>
            <a:r>
              <a:rPr lang="en-US" dirty="0"/>
              <a:t>Methods</a:t>
            </a:r>
          </a:p>
        </p:txBody>
      </p:sp>
    </p:spTree>
    <p:extLst>
      <p:ext uri="{BB962C8B-B14F-4D97-AF65-F5344CB8AC3E}">
        <p14:creationId xmlns:p14="http://schemas.microsoft.com/office/powerpoint/2010/main" val="4142772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D93A"/>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2483A1-64B6-CD40-A3EC-DC33036ACA34}"/>
              </a:ext>
            </a:extLst>
          </p:cNvPr>
          <p:cNvSpPr>
            <a:spLocks noGrp="1"/>
          </p:cNvSpPr>
          <p:nvPr>
            <p:ph type="sldNum" sz="quarter" idx="32"/>
          </p:nvPr>
        </p:nvSpPr>
        <p:spPr>
          <a:xfrm flipH="1">
            <a:off x="11449455" y="6537474"/>
            <a:ext cx="383630" cy="135700"/>
          </a:xfrm>
        </p:spPr>
        <p:txBody>
          <a:bodyPr/>
          <a:lstStyle/>
          <a:p>
            <a:fld id="{90CBDC3A-D49F-4631-A8C7-55D59B33E5FA}" type="slidenum">
              <a:rPr lang="en-US" smtClean="0"/>
              <a:pPr/>
              <a:t>11</a:t>
            </a:fld>
            <a:endParaRPr lang="en-US" dirty="0"/>
          </a:p>
        </p:txBody>
      </p:sp>
      <p:sp>
        <p:nvSpPr>
          <p:cNvPr id="5" name="Text Placeholder 4">
            <a:extLst>
              <a:ext uri="{FF2B5EF4-FFF2-40B4-BE49-F238E27FC236}">
                <a16:creationId xmlns:a16="http://schemas.microsoft.com/office/drawing/2014/main" id="{3F34CA1B-F09A-CA40-8E0C-689999086449}"/>
              </a:ext>
            </a:extLst>
          </p:cNvPr>
          <p:cNvSpPr>
            <a:spLocks noGrp="1"/>
          </p:cNvSpPr>
          <p:nvPr>
            <p:ph type="body" sz="quarter" idx="10"/>
          </p:nvPr>
        </p:nvSpPr>
        <p:spPr>
          <a:xfrm>
            <a:off x="538565" y="3447508"/>
            <a:ext cx="7394112" cy="2836560"/>
          </a:xfrm>
        </p:spPr>
        <p:txBody>
          <a:bodyPr>
            <a:normAutofit/>
          </a:bodyPr>
          <a:lstStyle/>
          <a:p>
            <a:r>
              <a:rPr lang="en-AU" dirty="0"/>
              <a:t>Experiment 5.2</a:t>
            </a:r>
          </a:p>
          <a:p>
            <a:pPr marL="0" indent="0">
              <a:buNone/>
            </a:pPr>
            <a:r>
              <a:rPr lang="en-AU" dirty="0"/>
              <a:t>   ”Are explanations faithful to the model”</a:t>
            </a:r>
          </a:p>
          <a:p>
            <a:r>
              <a:rPr lang="en-AU" dirty="0"/>
              <a:t>Experiment 5.3</a:t>
            </a:r>
          </a:p>
          <a:p>
            <a:pPr marL="0" indent="0">
              <a:buNone/>
            </a:pPr>
            <a:r>
              <a:rPr lang="en-AU" dirty="0"/>
              <a:t>   ”Should I trust this prediction”</a:t>
            </a:r>
          </a:p>
        </p:txBody>
      </p:sp>
      <p:sp>
        <p:nvSpPr>
          <p:cNvPr id="26" name="Title 25">
            <a:extLst>
              <a:ext uri="{FF2B5EF4-FFF2-40B4-BE49-F238E27FC236}">
                <a16:creationId xmlns:a16="http://schemas.microsoft.com/office/drawing/2014/main" id="{38CB3D8A-940A-304B-9647-4026C3D1B3BA}"/>
              </a:ext>
            </a:extLst>
          </p:cNvPr>
          <p:cNvSpPr>
            <a:spLocks noGrp="1"/>
          </p:cNvSpPr>
          <p:nvPr>
            <p:ph type="ctrTitle"/>
          </p:nvPr>
        </p:nvSpPr>
        <p:spPr>
          <a:xfrm>
            <a:off x="542021" y="2652012"/>
            <a:ext cx="7394112" cy="850033"/>
          </a:xfrm>
        </p:spPr>
        <p:txBody>
          <a:bodyPr/>
          <a:lstStyle/>
          <a:p>
            <a:r>
              <a:rPr lang="en-US" dirty="0"/>
              <a:t>Experimental setup</a:t>
            </a:r>
          </a:p>
        </p:txBody>
      </p:sp>
    </p:spTree>
    <p:extLst>
      <p:ext uri="{BB962C8B-B14F-4D97-AF65-F5344CB8AC3E}">
        <p14:creationId xmlns:p14="http://schemas.microsoft.com/office/powerpoint/2010/main" val="1345213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D93A"/>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2483A1-64B6-CD40-A3EC-DC33036ACA34}"/>
              </a:ext>
            </a:extLst>
          </p:cNvPr>
          <p:cNvSpPr>
            <a:spLocks noGrp="1"/>
          </p:cNvSpPr>
          <p:nvPr>
            <p:ph type="sldNum" sz="quarter" idx="32"/>
          </p:nvPr>
        </p:nvSpPr>
        <p:spPr>
          <a:xfrm flipH="1">
            <a:off x="11449455" y="6537474"/>
            <a:ext cx="383630" cy="135700"/>
          </a:xfrm>
        </p:spPr>
        <p:txBody>
          <a:bodyPr/>
          <a:lstStyle/>
          <a:p>
            <a:fld id="{90CBDC3A-D49F-4631-A8C7-55D59B33E5FA}" type="slidenum">
              <a:rPr lang="en-US" smtClean="0"/>
              <a:pPr/>
              <a:t>12</a:t>
            </a:fld>
            <a:endParaRPr lang="en-US" dirty="0"/>
          </a:p>
        </p:txBody>
      </p:sp>
      <p:sp>
        <p:nvSpPr>
          <p:cNvPr id="26" name="Title 25">
            <a:extLst>
              <a:ext uri="{FF2B5EF4-FFF2-40B4-BE49-F238E27FC236}">
                <a16:creationId xmlns:a16="http://schemas.microsoft.com/office/drawing/2014/main" id="{38CB3D8A-940A-304B-9647-4026C3D1B3BA}"/>
              </a:ext>
            </a:extLst>
          </p:cNvPr>
          <p:cNvSpPr>
            <a:spLocks noGrp="1"/>
          </p:cNvSpPr>
          <p:nvPr>
            <p:ph type="ctrTitle"/>
          </p:nvPr>
        </p:nvSpPr>
        <p:spPr>
          <a:xfrm>
            <a:off x="542021" y="2652012"/>
            <a:ext cx="7394112" cy="850033"/>
          </a:xfrm>
        </p:spPr>
        <p:txBody>
          <a:bodyPr/>
          <a:lstStyle/>
          <a:p>
            <a:r>
              <a:rPr lang="en-US" dirty="0"/>
              <a:t>Results &amp;</a:t>
            </a:r>
            <a:br>
              <a:rPr lang="en-US" dirty="0"/>
            </a:br>
            <a:r>
              <a:rPr lang="en-US" dirty="0"/>
              <a:t>Conclusion</a:t>
            </a:r>
          </a:p>
        </p:txBody>
      </p:sp>
    </p:spTree>
    <p:extLst>
      <p:ext uri="{BB962C8B-B14F-4D97-AF65-F5344CB8AC3E}">
        <p14:creationId xmlns:p14="http://schemas.microsoft.com/office/powerpoint/2010/main" val="2168899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D93A"/>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2483A1-64B6-CD40-A3EC-DC33036ACA34}"/>
              </a:ext>
            </a:extLst>
          </p:cNvPr>
          <p:cNvSpPr>
            <a:spLocks noGrp="1"/>
          </p:cNvSpPr>
          <p:nvPr>
            <p:ph type="sldNum" sz="quarter" idx="32"/>
          </p:nvPr>
        </p:nvSpPr>
        <p:spPr>
          <a:xfrm flipH="1">
            <a:off x="11449455" y="6537474"/>
            <a:ext cx="383630" cy="135700"/>
          </a:xfrm>
        </p:spPr>
        <p:txBody>
          <a:bodyPr/>
          <a:lstStyle/>
          <a:p>
            <a:fld id="{90CBDC3A-D49F-4631-A8C7-55D59B33E5FA}" type="slidenum">
              <a:rPr lang="en-US" smtClean="0"/>
              <a:pPr/>
              <a:t>13</a:t>
            </a:fld>
            <a:endParaRPr lang="en-US" dirty="0"/>
          </a:p>
        </p:txBody>
      </p:sp>
      <p:sp>
        <p:nvSpPr>
          <p:cNvPr id="26" name="Title 25">
            <a:extLst>
              <a:ext uri="{FF2B5EF4-FFF2-40B4-BE49-F238E27FC236}">
                <a16:creationId xmlns:a16="http://schemas.microsoft.com/office/drawing/2014/main" id="{38CB3D8A-940A-304B-9647-4026C3D1B3BA}"/>
              </a:ext>
            </a:extLst>
          </p:cNvPr>
          <p:cNvSpPr>
            <a:spLocks noGrp="1"/>
          </p:cNvSpPr>
          <p:nvPr>
            <p:ph type="ctrTitle"/>
          </p:nvPr>
        </p:nvSpPr>
        <p:spPr>
          <a:xfrm>
            <a:off x="542021" y="2652012"/>
            <a:ext cx="7394112" cy="850033"/>
          </a:xfrm>
        </p:spPr>
        <p:txBody>
          <a:bodyPr/>
          <a:lstStyle/>
          <a:p>
            <a:r>
              <a:rPr lang="en-US" dirty="0"/>
              <a:t>Discussion &amp;</a:t>
            </a:r>
            <a:br>
              <a:rPr lang="en-US" dirty="0"/>
            </a:br>
            <a:r>
              <a:rPr lang="en-US" dirty="0"/>
              <a:t>Future work</a:t>
            </a:r>
          </a:p>
        </p:txBody>
      </p:sp>
    </p:spTree>
    <p:extLst>
      <p:ext uri="{BB962C8B-B14F-4D97-AF65-F5344CB8AC3E}">
        <p14:creationId xmlns:p14="http://schemas.microsoft.com/office/powerpoint/2010/main" val="1909725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995C74-9AA7-B844-B319-491361C5ACB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05812" y="3651593"/>
            <a:ext cx="914188" cy="914188"/>
          </a:xfrm>
          <a:prstGeom prst="rect">
            <a:avLst/>
          </a:prstGeom>
        </p:spPr>
      </p:pic>
      <p:pic>
        <p:nvPicPr>
          <p:cNvPr id="7" name="Picture 6">
            <a:extLst>
              <a:ext uri="{FF2B5EF4-FFF2-40B4-BE49-F238E27FC236}">
                <a16:creationId xmlns:a16="http://schemas.microsoft.com/office/drawing/2014/main" id="{9948A7CA-1862-5040-A415-BCDF2C832CB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3440" y="1676777"/>
            <a:ext cx="914188" cy="914188"/>
          </a:xfrm>
          <a:prstGeom prst="rect">
            <a:avLst/>
          </a:prstGeom>
        </p:spPr>
      </p:pic>
      <p:sp>
        <p:nvSpPr>
          <p:cNvPr id="2" name="Text Placeholder 1">
            <a:extLst>
              <a:ext uri="{FF2B5EF4-FFF2-40B4-BE49-F238E27FC236}">
                <a16:creationId xmlns:a16="http://schemas.microsoft.com/office/drawing/2014/main" id="{D4011857-CDBA-B44E-B3CA-9E5093336000}"/>
              </a:ext>
            </a:extLst>
          </p:cNvPr>
          <p:cNvSpPr>
            <a:spLocks noGrp="1"/>
          </p:cNvSpPr>
          <p:nvPr>
            <p:ph type="body" sz="quarter" idx="35"/>
          </p:nvPr>
        </p:nvSpPr>
        <p:spPr>
          <a:xfrm>
            <a:off x="880534" y="4543961"/>
            <a:ext cx="6399319" cy="757130"/>
          </a:xfrm>
        </p:spPr>
        <p:txBody>
          <a:bodyPr/>
          <a:lstStyle/>
          <a:p>
            <a:r>
              <a:rPr lang="en-US" dirty="0"/>
              <a:t>INSERT AUTHOR’S DETAILS HERE.</a:t>
            </a:r>
            <a:br>
              <a:rPr lang="en-US" dirty="0"/>
            </a:br>
            <a:r>
              <a:rPr lang="en-US" dirty="0"/>
              <a:t>UPPERCASE, maximum 3 lines at 16pt, MINIMUM 14PT. </a:t>
            </a:r>
          </a:p>
          <a:p>
            <a:endParaRPr lang="en-US" dirty="0"/>
          </a:p>
        </p:txBody>
      </p:sp>
      <p:sp>
        <p:nvSpPr>
          <p:cNvPr id="3" name="Footer Placeholder 2">
            <a:extLst>
              <a:ext uri="{FF2B5EF4-FFF2-40B4-BE49-F238E27FC236}">
                <a16:creationId xmlns:a16="http://schemas.microsoft.com/office/drawing/2014/main" id="{F2673194-0A34-5742-9B6B-3C600C51B7DD}"/>
              </a:ext>
            </a:extLst>
          </p:cNvPr>
          <p:cNvSpPr>
            <a:spLocks noGrp="1"/>
          </p:cNvSpPr>
          <p:nvPr>
            <p:ph type="ftr" sz="quarter" idx="36"/>
          </p:nvPr>
        </p:nvSpPr>
        <p:spPr/>
        <p:txBody>
          <a:bodyPr/>
          <a:lstStyle/>
          <a:p>
            <a:r>
              <a:rPr lang="en-US"/>
              <a:t>Copyright © 2018 Accenture. All rights reserved.</a:t>
            </a:r>
            <a:endParaRPr lang="en-AU" dirty="0"/>
          </a:p>
        </p:txBody>
      </p:sp>
      <p:sp>
        <p:nvSpPr>
          <p:cNvPr id="4" name="Slide Number Placeholder 3">
            <a:extLst>
              <a:ext uri="{FF2B5EF4-FFF2-40B4-BE49-F238E27FC236}">
                <a16:creationId xmlns:a16="http://schemas.microsoft.com/office/drawing/2014/main" id="{564143E0-B82B-724D-9F2A-9FE3B6B0B367}"/>
              </a:ext>
            </a:extLst>
          </p:cNvPr>
          <p:cNvSpPr>
            <a:spLocks noGrp="1"/>
          </p:cNvSpPr>
          <p:nvPr>
            <p:ph type="sldNum" sz="quarter" idx="37"/>
          </p:nvPr>
        </p:nvSpPr>
        <p:spPr/>
        <p:txBody>
          <a:bodyPr/>
          <a:lstStyle/>
          <a:p>
            <a:fld id="{90CBDC3A-D49F-4631-A8C7-55D59B33E5FA}" type="slidenum">
              <a:rPr lang="en-US" smtClean="0"/>
              <a:pPr/>
              <a:t>14</a:t>
            </a:fld>
            <a:endParaRPr lang="en-US" dirty="0"/>
          </a:p>
        </p:txBody>
      </p:sp>
      <p:sp>
        <p:nvSpPr>
          <p:cNvPr id="9" name="Title 8">
            <a:extLst>
              <a:ext uri="{FF2B5EF4-FFF2-40B4-BE49-F238E27FC236}">
                <a16:creationId xmlns:a16="http://schemas.microsoft.com/office/drawing/2014/main" id="{0325DEE8-3EDD-8047-AFB0-40290FE9F61F}"/>
              </a:ext>
            </a:extLst>
          </p:cNvPr>
          <p:cNvSpPr>
            <a:spLocks noGrp="1"/>
          </p:cNvSpPr>
          <p:nvPr>
            <p:ph type="title"/>
          </p:nvPr>
        </p:nvSpPr>
        <p:spPr/>
        <p:txBody>
          <a:bodyPr/>
          <a:lstStyle/>
          <a:p>
            <a:r>
              <a:rPr lang="en-US" dirty="0"/>
              <a:t>INSERT QUOTE at 40pt min 36pt MAX 4 LINES AS SE ENIOLESTOTATE CON RAERUM ES INI EREPUDI ODIT EHENDIAM EUM.</a:t>
            </a:r>
          </a:p>
        </p:txBody>
      </p:sp>
    </p:spTree>
    <p:extLst>
      <p:ext uri="{BB962C8B-B14F-4D97-AF65-F5344CB8AC3E}">
        <p14:creationId xmlns:p14="http://schemas.microsoft.com/office/powerpoint/2010/main" val="4003187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4D6256-45E1-804E-BE56-3B84B2D778CA}"/>
              </a:ext>
            </a:extLst>
          </p:cNvPr>
          <p:cNvSpPr>
            <a:spLocks noGrp="1"/>
          </p:cNvSpPr>
          <p:nvPr>
            <p:ph type="body" sz="quarter" idx="35"/>
          </p:nvPr>
        </p:nvSpPr>
        <p:spPr>
          <a:xfrm>
            <a:off x="1383924" y="1618900"/>
            <a:ext cx="3823156" cy="1298561"/>
          </a:xfrm>
        </p:spPr>
        <p:txBody>
          <a:bodyPr/>
          <a:lstStyle/>
          <a:p>
            <a:r>
              <a:rPr lang="en-US" dirty="0"/>
              <a:t>THIS CONTENT CAN TEE UP A QUOTE OR PROVIDE CONTEXT</a:t>
            </a:r>
          </a:p>
          <a:p>
            <a:endParaRPr lang="en-US" dirty="0"/>
          </a:p>
        </p:txBody>
      </p:sp>
      <p:sp>
        <p:nvSpPr>
          <p:cNvPr id="3" name="Footer Placeholder 2">
            <a:extLst>
              <a:ext uri="{FF2B5EF4-FFF2-40B4-BE49-F238E27FC236}">
                <a16:creationId xmlns:a16="http://schemas.microsoft.com/office/drawing/2014/main" id="{B3CDD134-0918-494E-8A99-483AA77F62FF}"/>
              </a:ext>
            </a:extLst>
          </p:cNvPr>
          <p:cNvSpPr>
            <a:spLocks noGrp="1"/>
          </p:cNvSpPr>
          <p:nvPr>
            <p:ph type="ftr" sz="quarter" idx="36"/>
          </p:nvPr>
        </p:nvSpPr>
        <p:spPr/>
        <p:txBody>
          <a:bodyPr/>
          <a:lstStyle/>
          <a:p>
            <a:r>
              <a:rPr lang="en-US"/>
              <a:t>Copyright © 2018 Accenture. All rights reserved.</a:t>
            </a:r>
            <a:endParaRPr lang="en-AU" dirty="0"/>
          </a:p>
        </p:txBody>
      </p:sp>
      <p:sp>
        <p:nvSpPr>
          <p:cNvPr id="4" name="Slide Number Placeholder 3">
            <a:extLst>
              <a:ext uri="{FF2B5EF4-FFF2-40B4-BE49-F238E27FC236}">
                <a16:creationId xmlns:a16="http://schemas.microsoft.com/office/drawing/2014/main" id="{B7F756ED-F9A1-8047-88CF-A4C761ED337F}"/>
              </a:ext>
            </a:extLst>
          </p:cNvPr>
          <p:cNvSpPr>
            <a:spLocks noGrp="1"/>
          </p:cNvSpPr>
          <p:nvPr>
            <p:ph type="sldNum" sz="quarter" idx="37"/>
          </p:nvPr>
        </p:nvSpPr>
        <p:spPr/>
        <p:txBody>
          <a:bodyPr/>
          <a:lstStyle/>
          <a:p>
            <a:fld id="{90CBDC3A-D49F-4631-A8C7-55D59B33E5FA}" type="slidenum">
              <a:rPr lang="en-US" smtClean="0"/>
              <a:pPr/>
              <a:t>15</a:t>
            </a:fld>
            <a:endParaRPr lang="en-US" dirty="0"/>
          </a:p>
        </p:txBody>
      </p:sp>
      <p:sp>
        <p:nvSpPr>
          <p:cNvPr id="6" name="Text Placeholder 5">
            <a:extLst>
              <a:ext uri="{FF2B5EF4-FFF2-40B4-BE49-F238E27FC236}">
                <a16:creationId xmlns:a16="http://schemas.microsoft.com/office/drawing/2014/main" id="{4A54F2D8-70EA-1042-B3ED-CD3BC9E207EB}"/>
              </a:ext>
            </a:extLst>
          </p:cNvPr>
          <p:cNvSpPr>
            <a:spLocks noGrp="1"/>
          </p:cNvSpPr>
          <p:nvPr>
            <p:ph type="body" sz="quarter" idx="38"/>
          </p:nvPr>
        </p:nvSpPr>
        <p:spPr/>
        <p:txBody>
          <a:bodyPr/>
          <a:lstStyle/>
          <a:p>
            <a:r>
              <a:rPr lang="en-US"/>
              <a:t>- QUOTE ATTRIBUTION</a:t>
            </a:r>
            <a:endParaRPr lang="en-US" dirty="0"/>
          </a:p>
        </p:txBody>
      </p:sp>
      <p:sp>
        <p:nvSpPr>
          <p:cNvPr id="21" name="Title 20">
            <a:extLst>
              <a:ext uri="{FF2B5EF4-FFF2-40B4-BE49-F238E27FC236}">
                <a16:creationId xmlns:a16="http://schemas.microsoft.com/office/drawing/2014/main" id="{7175AD26-14B2-0D40-9A35-D9910EA298D1}"/>
              </a:ext>
            </a:extLst>
          </p:cNvPr>
          <p:cNvSpPr>
            <a:spLocks noGrp="1"/>
          </p:cNvSpPr>
          <p:nvPr>
            <p:ph type="title"/>
          </p:nvPr>
        </p:nvSpPr>
        <p:spPr>
          <a:xfrm>
            <a:off x="5531116" y="1618899"/>
            <a:ext cx="5412463" cy="3323346"/>
          </a:xfrm>
        </p:spPr>
        <p:txBody>
          <a:bodyPr/>
          <a:lstStyle/>
          <a:p>
            <a:r>
              <a:rPr lang="en-US" dirty="0"/>
              <a:t>“THIS IS A BRIEF BUT IMPACTFUL QUOTE THAT </a:t>
            </a:r>
            <a:r>
              <a:rPr lang="en-US" dirty="0">
                <a:solidFill>
                  <a:schemeClr val="accent1"/>
                </a:solidFill>
              </a:rPr>
              <a:t>CAN ALSO INCLUDE COLOR TO MAKE YOUR POINT.”</a:t>
            </a:r>
          </a:p>
        </p:txBody>
      </p:sp>
    </p:spTree>
    <p:extLst>
      <p:ext uri="{BB962C8B-B14F-4D97-AF65-F5344CB8AC3E}">
        <p14:creationId xmlns:p14="http://schemas.microsoft.com/office/powerpoint/2010/main" val="202111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EA27A8-2BEF-0B45-BBC2-7B34AC7AA3FC}"/>
              </a:ext>
            </a:extLst>
          </p:cNvPr>
          <p:cNvSpPr>
            <a:spLocks noGrp="1"/>
          </p:cNvSpPr>
          <p:nvPr>
            <p:ph type="sldNum" sz="quarter" idx="4"/>
          </p:nvPr>
        </p:nvSpPr>
        <p:spPr/>
        <p:txBody>
          <a:bodyPr/>
          <a:lstStyle/>
          <a:p>
            <a:fld id="{90CBDC3A-D49F-4631-A8C7-55D59B33E5FA}" type="slidenum">
              <a:rPr lang="en-US" smtClean="0"/>
              <a:pPr/>
              <a:t>16</a:t>
            </a:fld>
            <a:endParaRPr lang="en-US" dirty="0"/>
          </a:p>
        </p:txBody>
      </p:sp>
      <p:sp>
        <p:nvSpPr>
          <p:cNvPr id="3" name="Footer Placeholder 2">
            <a:extLst>
              <a:ext uri="{FF2B5EF4-FFF2-40B4-BE49-F238E27FC236}">
                <a16:creationId xmlns:a16="http://schemas.microsoft.com/office/drawing/2014/main" id="{424D0029-EFDF-0541-8A03-2D0302C9F0C5}"/>
              </a:ext>
            </a:extLst>
          </p:cNvPr>
          <p:cNvSpPr>
            <a:spLocks noGrp="1"/>
          </p:cNvSpPr>
          <p:nvPr>
            <p:ph type="ftr" sz="quarter" idx="3"/>
          </p:nvPr>
        </p:nvSpPr>
        <p:spPr/>
        <p:txBody>
          <a:bodyPr/>
          <a:lstStyle/>
          <a:p>
            <a:r>
              <a:rPr lang="en-US"/>
              <a:t>Copyright © 2018 Accenture. All rights reserved.</a:t>
            </a:r>
            <a:endParaRPr lang="en-US" dirty="0"/>
          </a:p>
        </p:txBody>
      </p:sp>
      <p:sp>
        <p:nvSpPr>
          <p:cNvPr id="6" name="Text Placeholder 5">
            <a:extLst>
              <a:ext uri="{FF2B5EF4-FFF2-40B4-BE49-F238E27FC236}">
                <a16:creationId xmlns:a16="http://schemas.microsoft.com/office/drawing/2014/main" id="{0057187F-A498-9F43-9605-9549C5509611}"/>
              </a:ext>
            </a:extLst>
          </p:cNvPr>
          <p:cNvSpPr>
            <a:spLocks noGrp="1"/>
          </p:cNvSpPr>
          <p:nvPr>
            <p:ph type="body" sz="quarter" idx="20"/>
          </p:nvPr>
        </p:nvSpPr>
        <p:spPr>
          <a:xfrm>
            <a:off x="428698" y="3728844"/>
            <a:ext cx="3656754" cy="1885420"/>
          </a:xfrm>
        </p:spPr>
        <p:txBody>
          <a:bodyPr/>
          <a:lstStyle/>
          <a:p>
            <a:r>
              <a:rPr lang="en-US" sz="1600" dirty="0" err="1"/>
              <a:t>Fusce</a:t>
            </a:r>
            <a:r>
              <a:rPr lang="en-US" sz="1600" dirty="0"/>
              <a:t> </a:t>
            </a:r>
            <a:r>
              <a:rPr lang="en-US" sz="1600" dirty="0" err="1"/>
              <a:t>dapibus</a:t>
            </a:r>
            <a:r>
              <a:rPr lang="en-US" sz="1600" dirty="0"/>
              <a:t>, </a:t>
            </a:r>
            <a:r>
              <a:rPr lang="en-US" sz="1600" dirty="0" err="1"/>
              <a:t>tellus</a:t>
            </a:r>
            <a:r>
              <a:rPr lang="en-US" sz="1600" dirty="0"/>
              <a:t> ac cursus </a:t>
            </a:r>
            <a:r>
              <a:rPr lang="en-US" sz="1600" dirty="0" err="1"/>
              <a:t>commodo</a:t>
            </a:r>
            <a:r>
              <a:rPr lang="en-US" sz="1600" dirty="0"/>
              <a:t>, </a:t>
            </a:r>
            <a:r>
              <a:rPr lang="en-US" sz="1600" dirty="0" err="1"/>
              <a:t>tortor</a:t>
            </a:r>
            <a:r>
              <a:rPr lang="en-US" sz="1600" dirty="0"/>
              <a:t> </a:t>
            </a:r>
            <a:r>
              <a:rPr lang="en-US" sz="1600" dirty="0" err="1"/>
              <a:t>mauris</a:t>
            </a:r>
            <a:r>
              <a:rPr lang="en-US" sz="1600" dirty="0"/>
              <a:t> </a:t>
            </a:r>
            <a:r>
              <a:rPr lang="en-US" sz="1600" dirty="0" err="1"/>
              <a:t>condimentum</a:t>
            </a:r>
            <a:r>
              <a:rPr lang="en-US" sz="1600" dirty="0"/>
              <a:t> </a:t>
            </a:r>
            <a:r>
              <a:rPr lang="en-US" sz="1600" dirty="0" err="1"/>
              <a:t>nibh</a:t>
            </a:r>
            <a:r>
              <a:rPr lang="en-US" sz="1600" dirty="0"/>
              <a:t>, </a:t>
            </a:r>
            <a:r>
              <a:rPr lang="en-US" sz="1600" dirty="0" err="1"/>
              <a:t>ut</a:t>
            </a:r>
            <a:r>
              <a:rPr lang="en-US" sz="1600" dirty="0"/>
              <a:t> fermentum </a:t>
            </a:r>
            <a:r>
              <a:rPr lang="en-US" sz="1600" dirty="0" err="1"/>
              <a:t>massa</a:t>
            </a:r>
            <a:r>
              <a:rPr lang="en-US" sz="1600" dirty="0"/>
              <a:t> </a:t>
            </a:r>
            <a:r>
              <a:rPr lang="en-US" sz="1600" dirty="0" err="1"/>
              <a:t>justo</a:t>
            </a:r>
            <a:r>
              <a:rPr lang="en-US" sz="1600" dirty="0"/>
              <a:t> sit </a:t>
            </a:r>
            <a:r>
              <a:rPr lang="en-US" sz="1600" dirty="0" err="1"/>
              <a:t>amet</a:t>
            </a:r>
            <a:r>
              <a:rPr lang="en-US" sz="1600" dirty="0"/>
              <a:t> </a:t>
            </a:r>
            <a:r>
              <a:rPr lang="en-US" sz="1600" dirty="0" err="1"/>
              <a:t>risus</a:t>
            </a:r>
            <a:r>
              <a:rPr lang="en-US" sz="1600" dirty="0"/>
              <a:t>. </a:t>
            </a:r>
            <a:r>
              <a:rPr lang="en-US" sz="1600" dirty="0" err="1"/>
              <a:t>Etiam</a:t>
            </a:r>
            <a:r>
              <a:rPr lang="en-US" sz="1600" dirty="0"/>
              <a:t> porta </a:t>
            </a:r>
            <a:r>
              <a:rPr lang="en-US" sz="1600" dirty="0" err="1"/>
              <a:t>sem</a:t>
            </a:r>
            <a:r>
              <a:rPr lang="en-US" sz="1600" dirty="0"/>
              <a:t> </a:t>
            </a:r>
            <a:r>
              <a:rPr lang="en-US" sz="1600" dirty="0" err="1"/>
              <a:t>malesuada</a:t>
            </a:r>
            <a:r>
              <a:rPr lang="en-US" sz="1600" dirty="0"/>
              <a:t> magna </a:t>
            </a:r>
            <a:r>
              <a:rPr lang="en-US" sz="1600" dirty="0" err="1"/>
              <a:t>mollis</a:t>
            </a:r>
            <a:r>
              <a:rPr lang="en-US" sz="1600" dirty="0"/>
              <a:t> </a:t>
            </a:r>
            <a:r>
              <a:rPr lang="en-US" sz="1600" dirty="0" err="1"/>
              <a:t>euismod</a:t>
            </a:r>
            <a:r>
              <a:rPr lang="en-US" sz="1600" dirty="0"/>
              <a:t>. </a:t>
            </a:r>
            <a:r>
              <a:rPr lang="en-US" sz="1600" dirty="0" err="1"/>
              <a:t>Fusce</a:t>
            </a:r>
            <a:r>
              <a:rPr lang="en-US" sz="1600" dirty="0"/>
              <a:t> </a:t>
            </a:r>
            <a:r>
              <a:rPr lang="en-US" sz="1600" dirty="0" err="1"/>
              <a:t>dapibus</a:t>
            </a:r>
            <a:r>
              <a:rPr lang="en-US" sz="1600" dirty="0"/>
              <a:t>, </a:t>
            </a:r>
            <a:r>
              <a:rPr lang="en-US" sz="1600" dirty="0" err="1"/>
              <a:t>tellus</a:t>
            </a:r>
            <a:r>
              <a:rPr lang="en-US" sz="1600" dirty="0"/>
              <a:t> ac cursus </a:t>
            </a:r>
            <a:r>
              <a:rPr lang="en-US" sz="1600" dirty="0" err="1"/>
              <a:t>commodo</a:t>
            </a:r>
            <a:r>
              <a:rPr lang="en-US" sz="1600" dirty="0"/>
              <a:t>, </a:t>
            </a:r>
            <a:r>
              <a:rPr lang="en-US" sz="1600" dirty="0" err="1"/>
              <a:t>tortor</a:t>
            </a:r>
            <a:r>
              <a:rPr lang="en-US" sz="1600" dirty="0"/>
              <a:t> </a:t>
            </a:r>
            <a:r>
              <a:rPr lang="en-US" sz="1600" dirty="0" err="1"/>
              <a:t>mauris</a:t>
            </a:r>
            <a:r>
              <a:rPr lang="en-US" sz="1600" dirty="0"/>
              <a:t> </a:t>
            </a:r>
            <a:r>
              <a:rPr lang="en-US" sz="1600" dirty="0" err="1"/>
              <a:t>condimentum</a:t>
            </a:r>
            <a:r>
              <a:rPr lang="en-US" sz="1600" dirty="0"/>
              <a:t> </a:t>
            </a:r>
            <a:r>
              <a:rPr lang="en-US" sz="1600" dirty="0" err="1"/>
              <a:t>nibh</a:t>
            </a:r>
            <a:r>
              <a:rPr lang="en-US" sz="1600" dirty="0"/>
              <a:t>.</a:t>
            </a:r>
          </a:p>
        </p:txBody>
      </p:sp>
      <p:sp>
        <p:nvSpPr>
          <p:cNvPr id="7" name="Text Placeholder 6">
            <a:extLst>
              <a:ext uri="{FF2B5EF4-FFF2-40B4-BE49-F238E27FC236}">
                <a16:creationId xmlns:a16="http://schemas.microsoft.com/office/drawing/2014/main" id="{89C5B053-402B-0741-8846-53BA8700C160}"/>
              </a:ext>
            </a:extLst>
          </p:cNvPr>
          <p:cNvSpPr>
            <a:spLocks noGrp="1"/>
          </p:cNvSpPr>
          <p:nvPr>
            <p:ph type="body" sz="quarter" idx="21"/>
          </p:nvPr>
        </p:nvSpPr>
        <p:spPr>
          <a:xfrm>
            <a:off x="8172763" y="3728844"/>
            <a:ext cx="3656754" cy="1885420"/>
          </a:xfrm>
        </p:spPr>
        <p:txBody>
          <a:bodyPr/>
          <a:lstStyle/>
          <a:p>
            <a:r>
              <a:rPr lang="en-US" sz="1600" dirty="0" err="1"/>
              <a:t>Aenean</a:t>
            </a:r>
            <a:r>
              <a:rPr lang="en-US" sz="1600" dirty="0"/>
              <a:t> </a:t>
            </a:r>
            <a:r>
              <a:rPr lang="en-US" sz="1600" dirty="0" err="1"/>
              <a:t>eu</a:t>
            </a:r>
            <a:r>
              <a:rPr lang="en-US" sz="1600" dirty="0"/>
              <a:t> </a:t>
            </a:r>
            <a:r>
              <a:rPr lang="en-US" sz="1600" dirty="0" err="1"/>
              <a:t>leo</a:t>
            </a:r>
            <a:r>
              <a:rPr lang="en-US" sz="1600" dirty="0"/>
              <a:t> </a:t>
            </a:r>
            <a:r>
              <a:rPr lang="en-US" sz="1600" dirty="0" err="1"/>
              <a:t>quam</a:t>
            </a:r>
            <a:r>
              <a:rPr lang="en-US" sz="1600" dirty="0"/>
              <a:t>. </a:t>
            </a:r>
            <a:r>
              <a:rPr lang="en-US" sz="1600" dirty="0" err="1"/>
              <a:t>Pellentesque</a:t>
            </a:r>
            <a:r>
              <a:rPr lang="en-US" sz="1600" dirty="0"/>
              <a:t> </a:t>
            </a:r>
            <a:r>
              <a:rPr lang="en-US" sz="1600" dirty="0" err="1"/>
              <a:t>ornare</a:t>
            </a:r>
            <a:r>
              <a:rPr lang="en-US" sz="1600" dirty="0"/>
              <a:t> </a:t>
            </a:r>
            <a:r>
              <a:rPr lang="en-US" sz="1600" dirty="0" err="1"/>
              <a:t>sem</a:t>
            </a:r>
            <a:r>
              <a:rPr lang="en-US" sz="1600" dirty="0"/>
              <a:t> lacinia </a:t>
            </a:r>
            <a:r>
              <a:rPr lang="en-US" sz="1600" dirty="0" err="1"/>
              <a:t>quam</a:t>
            </a:r>
            <a:r>
              <a:rPr lang="en-US" sz="1600" dirty="0"/>
              <a:t> </a:t>
            </a:r>
            <a:r>
              <a:rPr lang="en-US" sz="1600" dirty="0" err="1"/>
              <a:t>venenatis</a:t>
            </a:r>
            <a:r>
              <a:rPr lang="en-US" sz="1600" dirty="0"/>
              <a:t> vestibulum. Morbi </a:t>
            </a:r>
            <a:r>
              <a:rPr lang="en-US" sz="1600" dirty="0" err="1"/>
              <a:t>leo</a:t>
            </a:r>
            <a:r>
              <a:rPr lang="en-US" sz="1600" dirty="0"/>
              <a:t> </a:t>
            </a:r>
            <a:r>
              <a:rPr lang="en-US" sz="1600" dirty="0" err="1"/>
              <a:t>risus</a:t>
            </a:r>
            <a:r>
              <a:rPr lang="en-US" sz="1600" dirty="0"/>
              <a:t>, porta ac </a:t>
            </a:r>
            <a:r>
              <a:rPr lang="en-US" sz="1600" dirty="0" err="1"/>
              <a:t>consectetur</a:t>
            </a:r>
            <a:r>
              <a:rPr lang="en-US" sz="1600" dirty="0"/>
              <a:t> ac, vestibulum at </a:t>
            </a:r>
            <a:r>
              <a:rPr lang="en-US" sz="1600" dirty="0" err="1"/>
              <a:t>eros</a:t>
            </a:r>
            <a:r>
              <a:rPr lang="en-US" sz="1600" dirty="0"/>
              <a:t>. Morbi </a:t>
            </a:r>
            <a:r>
              <a:rPr lang="en-US" sz="1600" dirty="0" err="1"/>
              <a:t>leo</a:t>
            </a:r>
            <a:r>
              <a:rPr lang="en-US" sz="1600" dirty="0"/>
              <a:t> </a:t>
            </a:r>
            <a:r>
              <a:rPr lang="en-US" sz="1600" dirty="0" err="1"/>
              <a:t>risus</a:t>
            </a:r>
            <a:r>
              <a:rPr lang="en-US" sz="1600" dirty="0"/>
              <a:t>, porta ac </a:t>
            </a:r>
            <a:r>
              <a:rPr lang="en-US" sz="1600" dirty="0" err="1"/>
              <a:t>consectetur</a:t>
            </a:r>
            <a:r>
              <a:rPr lang="en-US" sz="1600" dirty="0"/>
              <a:t> ac, vestibulum at </a:t>
            </a:r>
            <a:r>
              <a:rPr lang="en-US" sz="1600" dirty="0" err="1"/>
              <a:t>eros</a:t>
            </a:r>
            <a:r>
              <a:rPr lang="en-US" sz="1600" dirty="0"/>
              <a:t>. </a:t>
            </a:r>
          </a:p>
        </p:txBody>
      </p:sp>
      <p:sp>
        <p:nvSpPr>
          <p:cNvPr id="8" name="Text Placeholder 7">
            <a:extLst>
              <a:ext uri="{FF2B5EF4-FFF2-40B4-BE49-F238E27FC236}">
                <a16:creationId xmlns:a16="http://schemas.microsoft.com/office/drawing/2014/main" id="{DF5B858A-EEDA-704F-BAC2-2469262965D2}"/>
              </a:ext>
            </a:extLst>
          </p:cNvPr>
          <p:cNvSpPr>
            <a:spLocks noGrp="1"/>
          </p:cNvSpPr>
          <p:nvPr>
            <p:ph type="body" sz="quarter" idx="22"/>
          </p:nvPr>
        </p:nvSpPr>
        <p:spPr>
          <a:xfrm>
            <a:off x="4300730" y="3728844"/>
            <a:ext cx="3656754" cy="1885420"/>
          </a:xfrm>
        </p:spPr>
        <p:txBody>
          <a:bodyPr/>
          <a:lstStyle/>
          <a:p>
            <a:r>
              <a:rPr lang="en-US" sz="1600" dirty="0" err="1"/>
              <a:t>Donec</a:t>
            </a:r>
            <a:r>
              <a:rPr lang="en-US" sz="1600" dirty="0"/>
              <a:t> </a:t>
            </a:r>
            <a:r>
              <a:rPr lang="en-US" sz="1600" dirty="0" err="1"/>
              <a:t>ullamcorper</a:t>
            </a:r>
            <a:r>
              <a:rPr lang="en-US" sz="1600" dirty="0"/>
              <a:t> </a:t>
            </a:r>
            <a:r>
              <a:rPr lang="en-US" sz="1600" dirty="0" err="1"/>
              <a:t>nulla</a:t>
            </a:r>
            <a:r>
              <a:rPr lang="en-US" sz="1600" dirty="0"/>
              <a:t> non </a:t>
            </a:r>
            <a:r>
              <a:rPr lang="en-US" sz="1600" dirty="0" err="1"/>
              <a:t>metus</a:t>
            </a:r>
            <a:r>
              <a:rPr lang="en-US" sz="1600" dirty="0"/>
              <a:t> </a:t>
            </a:r>
            <a:r>
              <a:rPr lang="en-US" sz="1600" dirty="0" err="1"/>
              <a:t>auctor</a:t>
            </a:r>
            <a:r>
              <a:rPr lang="en-US" sz="1600" dirty="0"/>
              <a:t> </a:t>
            </a:r>
            <a:r>
              <a:rPr lang="en-US" sz="1600" dirty="0" err="1"/>
              <a:t>fringilla</a:t>
            </a:r>
            <a:r>
              <a:rPr lang="en-US" sz="1600" dirty="0"/>
              <a:t>. </a:t>
            </a:r>
            <a:r>
              <a:rPr lang="en-US" sz="1600" dirty="0" err="1"/>
              <a:t>Aenean</a:t>
            </a:r>
            <a:r>
              <a:rPr lang="en-US" sz="1600" dirty="0"/>
              <a:t> lacinia </a:t>
            </a:r>
            <a:r>
              <a:rPr lang="en-US" sz="1600" dirty="0" err="1"/>
              <a:t>bibendum</a:t>
            </a:r>
            <a:r>
              <a:rPr lang="en-US" sz="1600" dirty="0"/>
              <a:t> </a:t>
            </a:r>
            <a:r>
              <a:rPr lang="en-US" sz="1600" dirty="0" err="1"/>
              <a:t>nulla</a:t>
            </a:r>
            <a:r>
              <a:rPr lang="en-US" sz="1600" dirty="0"/>
              <a:t> </a:t>
            </a:r>
            <a:r>
              <a:rPr lang="en-US" sz="1600" dirty="0" err="1"/>
              <a:t>sed</a:t>
            </a:r>
            <a:r>
              <a:rPr lang="en-US" sz="1600" dirty="0"/>
              <a:t> </a:t>
            </a:r>
            <a:r>
              <a:rPr lang="en-US" sz="1600" dirty="0" err="1"/>
              <a:t>consectetur</a:t>
            </a:r>
            <a:r>
              <a:rPr lang="en-US" sz="1600" dirty="0"/>
              <a:t>. </a:t>
            </a:r>
            <a:r>
              <a:rPr lang="en-US" sz="1600" dirty="0" err="1"/>
              <a:t>Sed</a:t>
            </a:r>
            <a:r>
              <a:rPr lang="en-US" sz="1600" dirty="0"/>
              <a:t> </a:t>
            </a:r>
            <a:r>
              <a:rPr lang="en-US" sz="1600" dirty="0" err="1"/>
              <a:t>posuere</a:t>
            </a:r>
            <a:r>
              <a:rPr lang="en-US" sz="1600" dirty="0"/>
              <a:t> </a:t>
            </a:r>
            <a:r>
              <a:rPr lang="en-US" sz="1600" dirty="0" err="1"/>
              <a:t>consectetur</a:t>
            </a:r>
            <a:r>
              <a:rPr lang="en-US" sz="1600" dirty="0"/>
              <a:t> </a:t>
            </a:r>
            <a:r>
              <a:rPr lang="en-US" sz="1600" dirty="0" err="1"/>
              <a:t>est</a:t>
            </a:r>
            <a:r>
              <a:rPr lang="en-US" sz="1600" dirty="0"/>
              <a:t> at </a:t>
            </a:r>
            <a:r>
              <a:rPr lang="en-US" sz="1600" dirty="0" err="1"/>
              <a:t>lobortis</a:t>
            </a:r>
            <a:r>
              <a:rPr lang="en-US" sz="1600" dirty="0"/>
              <a:t>. </a:t>
            </a:r>
          </a:p>
        </p:txBody>
      </p:sp>
      <p:sp>
        <p:nvSpPr>
          <p:cNvPr id="15" name="Text Placeholder 14">
            <a:extLst>
              <a:ext uri="{FF2B5EF4-FFF2-40B4-BE49-F238E27FC236}">
                <a16:creationId xmlns:a16="http://schemas.microsoft.com/office/drawing/2014/main" id="{B906EFCA-C805-ED46-8440-91302F000890}"/>
              </a:ext>
            </a:extLst>
          </p:cNvPr>
          <p:cNvSpPr>
            <a:spLocks noGrp="1"/>
          </p:cNvSpPr>
          <p:nvPr>
            <p:ph type="body" sz="quarter" idx="23"/>
          </p:nvPr>
        </p:nvSpPr>
        <p:spPr>
          <a:xfrm>
            <a:off x="4300730" y="3236204"/>
            <a:ext cx="3656754" cy="393609"/>
          </a:xfrm>
        </p:spPr>
        <p:txBody>
          <a:bodyPr/>
          <a:lstStyle/>
          <a:p>
            <a:r>
              <a:rPr lang="en-US" b="1" dirty="0"/>
              <a:t>ONE OR TWO LINES</a:t>
            </a:r>
          </a:p>
        </p:txBody>
      </p:sp>
      <p:sp>
        <p:nvSpPr>
          <p:cNvPr id="16" name="Text Placeholder 15">
            <a:extLst>
              <a:ext uri="{FF2B5EF4-FFF2-40B4-BE49-F238E27FC236}">
                <a16:creationId xmlns:a16="http://schemas.microsoft.com/office/drawing/2014/main" id="{A428D6EC-FD01-B841-9127-39B03075EB92}"/>
              </a:ext>
            </a:extLst>
          </p:cNvPr>
          <p:cNvSpPr>
            <a:spLocks noGrp="1"/>
          </p:cNvSpPr>
          <p:nvPr>
            <p:ph type="body" sz="quarter" idx="24"/>
          </p:nvPr>
        </p:nvSpPr>
        <p:spPr>
          <a:xfrm>
            <a:off x="8172763" y="3236204"/>
            <a:ext cx="3656754" cy="393609"/>
          </a:xfrm>
        </p:spPr>
        <p:txBody>
          <a:bodyPr/>
          <a:lstStyle/>
          <a:p>
            <a:r>
              <a:rPr lang="en-US" b="1" dirty="0"/>
              <a:t>ONE OR TWO LINES</a:t>
            </a:r>
          </a:p>
        </p:txBody>
      </p:sp>
      <p:sp>
        <p:nvSpPr>
          <p:cNvPr id="14" name="Title 13">
            <a:extLst>
              <a:ext uri="{FF2B5EF4-FFF2-40B4-BE49-F238E27FC236}">
                <a16:creationId xmlns:a16="http://schemas.microsoft.com/office/drawing/2014/main" id="{0B152014-EC65-6742-8A6D-7C84860C8A15}"/>
              </a:ext>
            </a:extLst>
          </p:cNvPr>
          <p:cNvSpPr>
            <a:spLocks noGrp="1"/>
          </p:cNvSpPr>
          <p:nvPr>
            <p:ph type="title"/>
          </p:nvPr>
        </p:nvSpPr>
        <p:spPr/>
        <p:txBody>
          <a:bodyPr/>
          <a:lstStyle/>
          <a:p>
            <a:r>
              <a:rPr lang="en-US" dirty="0"/>
              <a:t>INSERT MAIN TITLE </a:t>
            </a:r>
            <a:br>
              <a:rPr lang="en-US" dirty="0"/>
            </a:br>
            <a:r>
              <a:rPr lang="en-US" dirty="0"/>
              <a:t>AT 36PT MIN 30PT</a:t>
            </a:r>
          </a:p>
        </p:txBody>
      </p:sp>
      <p:grpSp>
        <p:nvGrpSpPr>
          <p:cNvPr id="22" name="Group 79">
            <a:extLst>
              <a:ext uri="{FF2B5EF4-FFF2-40B4-BE49-F238E27FC236}">
                <a16:creationId xmlns:a16="http://schemas.microsoft.com/office/drawing/2014/main" id="{ADF2AA93-2011-D441-8915-1109B6511B66}"/>
              </a:ext>
            </a:extLst>
          </p:cNvPr>
          <p:cNvGrpSpPr>
            <a:grpSpLocks noChangeAspect="1"/>
          </p:cNvGrpSpPr>
          <p:nvPr/>
        </p:nvGrpSpPr>
        <p:grpSpPr bwMode="auto">
          <a:xfrm>
            <a:off x="4300731" y="2206879"/>
            <a:ext cx="1252438" cy="887876"/>
            <a:chOff x="3437" y="1784"/>
            <a:chExt cx="426" cy="302"/>
          </a:xfrm>
          <a:solidFill>
            <a:schemeClr val="accent1"/>
          </a:solidFill>
        </p:grpSpPr>
        <p:sp>
          <p:nvSpPr>
            <p:cNvPr id="23" name="Freeform 80">
              <a:extLst>
                <a:ext uri="{FF2B5EF4-FFF2-40B4-BE49-F238E27FC236}">
                  <a16:creationId xmlns:a16="http://schemas.microsoft.com/office/drawing/2014/main" id="{84071C73-7CAE-8640-A889-7191D514325B}"/>
                </a:ext>
              </a:extLst>
            </p:cNvPr>
            <p:cNvSpPr>
              <a:spLocks noEditPoints="1"/>
            </p:cNvSpPr>
            <p:nvPr/>
          </p:nvSpPr>
          <p:spPr bwMode="auto">
            <a:xfrm>
              <a:off x="3614" y="1962"/>
              <a:ext cx="72" cy="70"/>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24" name="Freeform 81">
              <a:extLst>
                <a:ext uri="{FF2B5EF4-FFF2-40B4-BE49-F238E27FC236}">
                  <a16:creationId xmlns:a16="http://schemas.microsoft.com/office/drawing/2014/main" id="{FAA5A89F-2550-6E43-AFB5-D65D08A191D1}"/>
                </a:ext>
              </a:extLst>
            </p:cNvPr>
            <p:cNvSpPr>
              <a:spLocks/>
            </p:cNvSpPr>
            <p:nvPr/>
          </p:nvSpPr>
          <p:spPr bwMode="auto">
            <a:xfrm>
              <a:off x="3659" y="1880"/>
              <a:ext cx="108" cy="107"/>
            </a:xfrm>
            <a:custGeom>
              <a:avLst/>
              <a:gdLst>
                <a:gd name="T0" fmla="*/ 7 w 73"/>
                <a:gd name="T1" fmla="*/ 72 h 72"/>
                <a:gd name="T2" fmla="*/ 3 w 73"/>
                <a:gd name="T3" fmla="*/ 70 h 72"/>
                <a:gd name="T4" fmla="*/ 3 w 73"/>
                <a:gd name="T5" fmla="*/ 62 h 72"/>
                <a:gd name="T6" fmla="*/ 62 w 73"/>
                <a:gd name="T7" fmla="*/ 2 h 72"/>
                <a:gd name="T8" fmla="*/ 71 w 73"/>
                <a:gd name="T9" fmla="*/ 2 h 72"/>
                <a:gd name="T10" fmla="*/ 71 w 73"/>
                <a:gd name="T11" fmla="*/ 11 h 72"/>
                <a:gd name="T12" fmla="*/ 11 w 73"/>
                <a:gd name="T13" fmla="*/ 70 h 72"/>
                <a:gd name="T14" fmla="*/ 7 w 73"/>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72">
                  <a:moveTo>
                    <a:pt x="7" y="72"/>
                  </a:moveTo>
                  <a:cubicBezTo>
                    <a:pt x="5" y="72"/>
                    <a:pt x="4" y="72"/>
                    <a:pt x="3" y="70"/>
                  </a:cubicBezTo>
                  <a:cubicBezTo>
                    <a:pt x="0" y="68"/>
                    <a:pt x="0" y="64"/>
                    <a:pt x="3" y="62"/>
                  </a:cubicBezTo>
                  <a:cubicBezTo>
                    <a:pt x="62" y="2"/>
                    <a:pt x="62" y="2"/>
                    <a:pt x="62" y="2"/>
                  </a:cubicBezTo>
                  <a:cubicBezTo>
                    <a:pt x="64" y="0"/>
                    <a:pt x="68" y="0"/>
                    <a:pt x="71" y="2"/>
                  </a:cubicBezTo>
                  <a:cubicBezTo>
                    <a:pt x="73" y="5"/>
                    <a:pt x="73" y="9"/>
                    <a:pt x="71" y="11"/>
                  </a:cubicBezTo>
                  <a:cubicBezTo>
                    <a:pt x="11" y="70"/>
                    <a:pt x="11" y="70"/>
                    <a:pt x="11" y="70"/>
                  </a:cubicBezTo>
                  <a:cubicBezTo>
                    <a:pt x="10" y="72"/>
                    <a:pt x="9" y="72"/>
                    <a:pt x="7"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25" name="Freeform 82">
              <a:extLst>
                <a:ext uri="{FF2B5EF4-FFF2-40B4-BE49-F238E27FC236}">
                  <a16:creationId xmlns:a16="http://schemas.microsoft.com/office/drawing/2014/main" id="{0A90F21D-2DEE-7D4C-AD7D-64487B1CAD42}"/>
                </a:ext>
              </a:extLst>
            </p:cNvPr>
            <p:cNvSpPr>
              <a:spLocks/>
            </p:cNvSpPr>
            <p:nvPr/>
          </p:nvSpPr>
          <p:spPr bwMode="auto">
            <a:xfrm>
              <a:off x="3472"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26" name="Freeform 83">
              <a:extLst>
                <a:ext uri="{FF2B5EF4-FFF2-40B4-BE49-F238E27FC236}">
                  <a16:creationId xmlns:a16="http://schemas.microsoft.com/office/drawing/2014/main" id="{AC61C864-3875-8F49-8FC0-E8EB3070634F}"/>
                </a:ext>
              </a:extLst>
            </p:cNvPr>
            <p:cNvSpPr>
              <a:spLocks/>
            </p:cNvSpPr>
            <p:nvPr/>
          </p:nvSpPr>
          <p:spPr bwMode="auto">
            <a:xfrm>
              <a:off x="3774"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27" name="Freeform 84">
              <a:extLst>
                <a:ext uri="{FF2B5EF4-FFF2-40B4-BE49-F238E27FC236}">
                  <a16:creationId xmlns:a16="http://schemas.microsoft.com/office/drawing/2014/main" id="{0A49C645-D286-924D-A2FD-93DEBFF97EBE}"/>
                </a:ext>
              </a:extLst>
            </p:cNvPr>
            <p:cNvSpPr>
              <a:spLocks/>
            </p:cNvSpPr>
            <p:nvPr/>
          </p:nvSpPr>
          <p:spPr bwMode="auto">
            <a:xfrm>
              <a:off x="3764" y="1922"/>
              <a:ext cx="52" cy="32"/>
            </a:xfrm>
            <a:custGeom>
              <a:avLst/>
              <a:gdLst>
                <a:gd name="T0" fmla="*/ 6 w 35"/>
                <a:gd name="T1" fmla="*/ 22 h 22"/>
                <a:gd name="T2" fmla="*/ 1 w 35"/>
                <a:gd name="T3" fmla="*/ 19 h 22"/>
                <a:gd name="T4" fmla="*/ 4 w 35"/>
                <a:gd name="T5" fmla="*/ 11 h 22"/>
                <a:gd name="T6" fmla="*/ 26 w 35"/>
                <a:gd name="T7" fmla="*/ 2 h 22"/>
                <a:gd name="T8" fmla="*/ 34 w 35"/>
                <a:gd name="T9" fmla="*/ 5 h 22"/>
                <a:gd name="T10" fmla="*/ 31 w 35"/>
                <a:gd name="T11" fmla="*/ 13 h 22"/>
                <a:gd name="T12" fmla="*/ 9 w 35"/>
                <a:gd name="T13" fmla="*/ 22 h 22"/>
                <a:gd name="T14" fmla="*/ 6 w 35"/>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22">
                  <a:moveTo>
                    <a:pt x="6" y="22"/>
                  </a:moveTo>
                  <a:cubicBezTo>
                    <a:pt x="4" y="22"/>
                    <a:pt x="2" y="21"/>
                    <a:pt x="1" y="19"/>
                  </a:cubicBezTo>
                  <a:cubicBezTo>
                    <a:pt x="0" y="16"/>
                    <a:pt x="1" y="12"/>
                    <a:pt x="4" y="11"/>
                  </a:cubicBezTo>
                  <a:cubicBezTo>
                    <a:pt x="26" y="2"/>
                    <a:pt x="26" y="2"/>
                    <a:pt x="26" y="2"/>
                  </a:cubicBezTo>
                  <a:cubicBezTo>
                    <a:pt x="29" y="0"/>
                    <a:pt x="33" y="2"/>
                    <a:pt x="34" y="5"/>
                  </a:cubicBezTo>
                  <a:cubicBezTo>
                    <a:pt x="35" y="8"/>
                    <a:pt x="34" y="11"/>
                    <a:pt x="31" y="13"/>
                  </a:cubicBezTo>
                  <a:cubicBezTo>
                    <a:pt x="9" y="22"/>
                    <a:pt x="9" y="22"/>
                    <a:pt x="9" y="22"/>
                  </a:cubicBezTo>
                  <a:cubicBezTo>
                    <a:pt x="8" y="22"/>
                    <a:pt x="7" y="22"/>
                    <a:pt x="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28" name="Freeform 85">
              <a:extLst>
                <a:ext uri="{FF2B5EF4-FFF2-40B4-BE49-F238E27FC236}">
                  <a16:creationId xmlns:a16="http://schemas.microsoft.com/office/drawing/2014/main" id="{A34FD9B5-B52C-A84C-B2CC-002ABB171BDB}"/>
                </a:ext>
              </a:extLst>
            </p:cNvPr>
            <p:cNvSpPr>
              <a:spLocks/>
            </p:cNvSpPr>
            <p:nvPr/>
          </p:nvSpPr>
          <p:spPr bwMode="auto">
            <a:xfrm>
              <a:off x="3691" y="1832"/>
              <a:ext cx="34" cy="51"/>
            </a:xfrm>
            <a:custGeom>
              <a:avLst/>
              <a:gdLst>
                <a:gd name="T0" fmla="*/ 7 w 23"/>
                <a:gd name="T1" fmla="*/ 35 h 35"/>
                <a:gd name="T2" fmla="*/ 4 w 23"/>
                <a:gd name="T3" fmla="*/ 34 h 35"/>
                <a:gd name="T4" fmla="*/ 1 w 23"/>
                <a:gd name="T5" fmla="*/ 26 h 35"/>
                <a:gd name="T6" fmla="*/ 10 w 23"/>
                <a:gd name="T7" fmla="*/ 4 h 35"/>
                <a:gd name="T8" fmla="*/ 18 w 23"/>
                <a:gd name="T9" fmla="*/ 1 h 35"/>
                <a:gd name="T10" fmla="*/ 21 w 23"/>
                <a:gd name="T11" fmla="*/ 9 h 35"/>
                <a:gd name="T12" fmla="*/ 12 w 23"/>
                <a:gd name="T13" fmla="*/ 31 h 35"/>
                <a:gd name="T14" fmla="*/ 7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7" y="35"/>
                  </a:moveTo>
                  <a:cubicBezTo>
                    <a:pt x="6" y="35"/>
                    <a:pt x="5" y="35"/>
                    <a:pt x="4" y="34"/>
                  </a:cubicBezTo>
                  <a:cubicBezTo>
                    <a:pt x="1" y="33"/>
                    <a:pt x="0" y="29"/>
                    <a:pt x="1" y="26"/>
                  </a:cubicBezTo>
                  <a:cubicBezTo>
                    <a:pt x="10" y="4"/>
                    <a:pt x="10" y="4"/>
                    <a:pt x="10" y="4"/>
                  </a:cubicBezTo>
                  <a:cubicBezTo>
                    <a:pt x="12" y="1"/>
                    <a:pt x="15" y="0"/>
                    <a:pt x="18" y="1"/>
                  </a:cubicBezTo>
                  <a:cubicBezTo>
                    <a:pt x="21" y="2"/>
                    <a:pt x="23" y="6"/>
                    <a:pt x="21" y="9"/>
                  </a:cubicBezTo>
                  <a:cubicBezTo>
                    <a:pt x="12" y="31"/>
                    <a:pt x="12" y="31"/>
                    <a:pt x="12" y="31"/>
                  </a:cubicBezTo>
                  <a:cubicBezTo>
                    <a:pt x="11" y="33"/>
                    <a:pt x="9" y="35"/>
                    <a:pt x="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29" name="Freeform 86">
              <a:extLst>
                <a:ext uri="{FF2B5EF4-FFF2-40B4-BE49-F238E27FC236}">
                  <a16:creationId xmlns:a16="http://schemas.microsoft.com/office/drawing/2014/main" id="{4F311684-0F09-6141-A28D-A532DBE4AE10}"/>
                </a:ext>
              </a:extLst>
            </p:cNvPr>
            <p:cNvSpPr>
              <a:spLocks/>
            </p:cNvSpPr>
            <p:nvPr/>
          </p:nvSpPr>
          <p:spPr bwMode="auto">
            <a:xfrm>
              <a:off x="3641" y="1820"/>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3"/>
                    <a:pt x="0" y="30"/>
                  </a:cubicBezTo>
                  <a:cubicBezTo>
                    <a:pt x="0" y="6"/>
                    <a:pt x="0" y="6"/>
                    <a:pt x="0" y="6"/>
                  </a:cubicBezTo>
                  <a:cubicBezTo>
                    <a:pt x="0" y="3"/>
                    <a:pt x="3" y="0"/>
                    <a:pt x="6" y="0"/>
                  </a:cubicBezTo>
                  <a:cubicBezTo>
                    <a:pt x="10" y="0"/>
                    <a:pt x="12" y="3"/>
                    <a:pt x="12" y="6"/>
                  </a:cubicBezTo>
                  <a:cubicBezTo>
                    <a:pt x="12" y="30"/>
                    <a:pt x="12" y="30"/>
                    <a:pt x="12" y="30"/>
                  </a:cubicBezTo>
                  <a:cubicBezTo>
                    <a:pt x="12" y="33"/>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30" name="Freeform 87">
              <a:extLst>
                <a:ext uri="{FF2B5EF4-FFF2-40B4-BE49-F238E27FC236}">
                  <a16:creationId xmlns:a16="http://schemas.microsoft.com/office/drawing/2014/main" id="{07FF3F60-1FBE-9246-BC29-1BDBDDF9AA5B}"/>
                </a:ext>
              </a:extLst>
            </p:cNvPr>
            <p:cNvSpPr>
              <a:spLocks/>
            </p:cNvSpPr>
            <p:nvPr/>
          </p:nvSpPr>
          <p:spPr bwMode="auto">
            <a:xfrm>
              <a:off x="3576" y="1832"/>
              <a:ext cx="34" cy="51"/>
            </a:xfrm>
            <a:custGeom>
              <a:avLst/>
              <a:gdLst>
                <a:gd name="T0" fmla="*/ 16 w 23"/>
                <a:gd name="T1" fmla="*/ 35 h 35"/>
                <a:gd name="T2" fmla="*/ 10 w 23"/>
                <a:gd name="T3" fmla="*/ 31 h 35"/>
                <a:gd name="T4" fmla="*/ 1 w 23"/>
                <a:gd name="T5" fmla="*/ 9 h 35"/>
                <a:gd name="T6" fmla="*/ 4 w 23"/>
                <a:gd name="T7" fmla="*/ 1 h 35"/>
                <a:gd name="T8" fmla="*/ 12 w 23"/>
                <a:gd name="T9" fmla="*/ 4 h 35"/>
                <a:gd name="T10" fmla="*/ 21 w 23"/>
                <a:gd name="T11" fmla="*/ 26 h 35"/>
                <a:gd name="T12" fmla="*/ 18 w 23"/>
                <a:gd name="T13" fmla="*/ 34 h 35"/>
                <a:gd name="T14" fmla="*/ 16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16" y="35"/>
                  </a:moveTo>
                  <a:cubicBezTo>
                    <a:pt x="13" y="35"/>
                    <a:pt x="11" y="33"/>
                    <a:pt x="10" y="31"/>
                  </a:cubicBezTo>
                  <a:cubicBezTo>
                    <a:pt x="1" y="9"/>
                    <a:pt x="1" y="9"/>
                    <a:pt x="1" y="9"/>
                  </a:cubicBezTo>
                  <a:cubicBezTo>
                    <a:pt x="0" y="6"/>
                    <a:pt x="1" y="2"/>
                    <a:pt x="4" y="1"/>
                  </a:cubicBezTo>
                  <a:cubicBezTo>
                    <a:pt x="7" y="0"/>
                    <a:pt x="11" y="1"/>
                    <a:pt x="12" y="4"/>
                  </a:cubicBezTo>
                  <a:cubicBezTo>
                    <a:pt x="21" y="26"/>
                    <a:pt x="21" y="26"/>
                    <a:pt x="21" y="26"/>
                  </a:cubicBezTo>
                  <a:cubicBezTo>
                    <a:pt x="23" y="29"/>
                    <a:pt x="21" y="33"/>
                    <a:pt x="18" y="34"/>
                  </a:cubicBezTo>
                  <a:cubicBezTo>
                    <a:pt x="17" y="35"/>
                    <a:pt x="17" y="35"/>
                    <a:pt x="16"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31" name="Freeform 88">
              <a:extLst>
                <a:ext uri="{FF2B5EF4-FFF2-40B4-BE49-F238E27FC236}">
                  <a16:creationId xmlns:a16="http://schemas.microsoft.com/office/drawing/2014/main" id="{755B2EF2-095D-9148-A988-CCE2565B5D91}"/>
                </a:ext>
              </a:extLst>
            </p:cNvPr>
            <p:cNvSpPr>
              <a:spLocks/>
            </p:cNvSpPr>
            <p:nvPr/>
          </p:nvSpPr>
          <p:spPr bwMode="auto">
            <a:xfrm>
              <a:off x="3521" y="1869"/>
              <a:ext cx="45" cy="42"/>
            </a:xfrm>
            <a:custGeom>
              <a:avLst/>
              <a:gdLst>
                <a:gd name="T0" fmla="*/ 24 w 30"/>
                <a:gd name="T1" fmla="*/ 29 h 29"/>
                <a:gd name="T2" fmla="*/ 19 w 30"/>
                <a:gd name="T3" fmla="*/ 27 h 29"/>
                <a:gd name="T4" fmla="*/ 2 w 30"/>
                <a:gd name="T5" fmla="*/ 10 h 29"/>
                <a:gd name="T6" fmla="*/ 2 w 30"/>
                <a:gd name="T7" fmla="*/ 2 h 29"/>
                <a:gd name="T8" fmla="*/ 11 w 30"/>
                <a:gd name="T9" fmla="*/ 2 h 29"/>
                <a:gd name="T10" fmla="*/ 28 w 30"/>
                <a:gd name="T11" fmla="*/ 19 h 29"/>
                <a:gd name="T12" fmla="*/ 28 w 30"/>
                <a:gd name="T13" fmla="*/ 27 h 29"/>
                <a:gd name="T14" fmla="*/ 24 w 30"/>
                <a:gd name="T15" fmla="*/ 29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9">
                  <a:moveTo>
                    <a:pt x="24" y="29"/>
                  </a:moveTo>
                  <a:cubicBezTo>
                    <a:pt x="22" y="29"/>
                    <a:pt x="21" y="29"/>
                    <a:pt x="19" y="27"/>
                  </a:cubicBezTo>
                  <a:cubicBezTo>
                    <a:pt x="2" y="10"/>
                    <a:pt x="2" y="10"/>
                    <a:pt x="2" y="10"/>
                  </a:cubicBezTo>
                  <a:cubicBezTo>
                    <a:pt x="0" y="8"/>
                    <a:pt x="0" y="4"/>
                    <a:pt x="2" y="2"/>
                  </a:cubicBezTo>
                  <a:cubicBezTo>
                    <a:pt x="5" y="0"/>
                    <a:pt x="9" y="0"/>
                    <a:pt x="11" y="2"/>
                  </a:cubicBezTo>
                  <a:cubicBezTo>
                    <a:pt x="28" y="19"/>
                    <a:pt x="28" y="19"/>
                    <a:pt x="28" y="19"/>
                  </a:cubicBezTo>
                  <a:cubicBezTo>
                    <a:pt x="30" y="21"/>
                    <a:pt x="30" y="25"/>
                    <a:pt x="28" y="27"/>
                  </a:cubicBezTo>
                  <a:cubicBezTo>
                    <a:pt x="27" y="29"/>
                    <a:pt x="25" y="29"/>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32" name="Freeform 89">
              <a:extLst>
                <a:ext uri="{FF2B5EF4-FFF2-40B4-BE49-F238E27FC236}">
                  <a16:creationId xmlns:a16="http://schemas.microsoft.com/office/drawing/2014/main" id="{0098F683-CCD0-4045-A6F7-49D6FB0BC538}"/>
                </a:ext>
              </a:extLst>
            </p:cNvPr>
            <p:cNvSpPr>
              <a:spLocks/>
            </p:cNvSpPr>
            <p:nvPr/>
          </p:nvSpPr>
          <p:spPr bwMode="auto">
            <a:xfrm>
              <a:off x="3484" y="1922"/>
              <a:ext cx="54" cy="32"/>
            </a:xfrm>
            <a:custGeom>
              <a:avLst/>
              <a:gdLst>
                <a:gd name="T0" fmla="*/ 29 w 36"/>
                <a:gd name="T1" fmla="*/ 22 h 22"/>
                <a:gd name="T2" fmla="*/ 27 w 36"/>
                <a:gd name="T3" fmla="*/ 22 h 22"/>
                <a:gd name="T4" fmla="*/ 5 w 36"/>
                <a:gd name="T5" fmla="*/ 13 h 22"/>
                <a:gd name="T6" fmla="*/ 1 w 36"/>
                <a:gd name="T7" fmla="*/ 5 h 22"/>
                <a:gd name="T8" fmla="*/ 9 w 36"/>
                <a:gd name="T9" fmla="*/ 2 h 22"/>
                <a:gd name="T10" fmla="*/ 31 w 36"/>
                <a:gd name="T11" fmla="*/ 11 h 22"/>
                <a:gd name="T12" fmla="*/ 35 w 36"/>
                <a:gd name="T13" fmla="*/ 19 h 22"/>
                <a:gd name="T14" fmla="*/ 29 w 36"/>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2">
                  <a:moveTo>
                    <a:pt x="29" y="22"/>
                  </a:moveTo>
                  <a:cubicBezTo>
                    <a:pt x="28" y="22"/>
                    <a:pt x="28" y="22"/>
                    <a:pt x="27" y="22"/>
                  </a:cubicBezTo>
                  <a:cubicBezTo>
                    <a:pt x="5" y="13"/>
                    <a:pt x="5" y="13"/>
                    <a:pt x="5" y="13"/>
                  </a:cubicBezTo>
                  <a:cubicBezTo>
                    <a:pt x="2" y="11"/>
                    <a:pt x="0" y="8"/>
                    <a:pt x="1" y="5"/>
                  </a:cubicBezTo>
                  <a:cubicBezTo>
                    <a:pt x="3" y="2"/>
                    <a:pt x="6" y="0"/>
                    <a:pt x="9" y="2"/>
                  </a:cubicBezTo>
                  <a:cubicBezTo>
                    <a:pt x="31" y="11"/>
                    <a:pt x="31" y="11"/>
                    <a:pt x="31" y="11"/>
                  </a:cubicBezTo>
                  <a:cubicBezTo>
                    <a:pt x="34" y="12"/>
                    <a:pt x="36" y="16"/>
                    <a:pt x="35" y="19"/>
                  </a:cubicBezTo>
                  <a:cubicBezTo>
                    <a:pt x="34" y="21"/>
                    <a:pt x="31" y="22"/>
                    <a:pt x="2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33" name="Freeform 90">
              <a:extLst>
                <a:ext uri="{FF2B5EF4-FFF2-40B4-BE49-F238E27FC236}">
                  <a16:creationId xmlns:a16="http://schemas.microsoft.com/office/drawing/2014/main" id="{D9C463F7-76D9-E543-BCD6-44D43A5CE66A}"/>
                </a:ext>
              </a:extLst>
            </p:cNvPr>
            <p:cNvSpPr>
              <a:spLocks noEditPoints="1"/>
            </p:cNvSpPr>
            <p:nvPr/>
          </p:nvSpPr>
          <p:spPr bwMode="auto">
            <a:xfrm>
              <a:off x="3437" y="1784"/>
              <a:ext cx="426" cy="302"/>
            </a:xfrm>
            <a:custGeom>
              <a:avLst/>
              <a:gdLst>
                <a:gd name="T0" fmla="*/ 282 w 288"/>
                <a:gd name="T1" fmla="*/ 204 h 204"/>
                <a:gd name="T2" fmla="*/ 6 w 288"/>
                <a:gd name="T3" fmla="*/ 204 h 204"/>
                <a:gd name="T4" fmla="*/ 0 w 288"/>
                <a:gd name="T5" fmla="*/ 198 h 204"/>
                <a:gd name="T6" fmla="*/ 0 w 288"/>
                <a:gd name="T7" fmla="*/ 144 h 204"/>
                <a:gd name="T8" fmla="*/ 144 w 288"/>
                <a:gd name="T9" fmla="*/ 0 h 204"/>
                <a:gd name="T10" fmla="*/ 288 w 288"/>
                <a:gd name="T11" fmla="*/ 144 h 204"/>
                <a:gd name="T12" fmla="*/ 288 w 288"/>
                <a:gd name="T13" fmla="*/ 198 h 204"/>
                <a:gd name="T14" fmla="*/ 282 w 288"/>
                <a:gd name="T15" fmla="*/ 204 h 204"/>
                <a:gd name="T16" fmla="*/ 12 w 288"/>
                <a:gd name="T17" fmla="*/ 192 h 204"/>
                <a:gd name="T18" fmla="*/ 276 w 288"/>
                <a:gd name="T19" fmla="*/ 192 h 204"/>
                <a:gd name="T20" fmla="*/ 276 w 288"/>
                <a:gd name="T21" fmla="*/ 144 h 204"/>
                <a:gd name="T22" fmla="*/ 144 w 288"/>
                <a:gd name="T23" fmla="*/ 12 h 204"/>
                <a:gd name="T24" fmla="*/ 12 w 288"/>
                <a:gd name="T25" fmla="*/ 144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144"/>
                    <a:pt x="0" y="144"/>
                    <a:pt x="0" y="144"/>
                  </a:cubicBezTo>
                  <a:cubicBezTo>
                    <a:pt x="0" y="64"/>
                    <a:pt x="65" y="0"/>
                    <a:pt x="144" y="0"/>
                  </a:cubicBezTo>
                  <a:cubicBezTo>
                    <a:pt x="224" y="0"/>
                    <a:pt x="288" y="64"/>
                    <a:pt x="288" y="144"/>
                  </a:cubicBezTo>
                  <a:cubicBezTo>
                    <a:pt x="288" y="198"/>
                    <a:pt x="288" y="198"/>
                    <a:pt x="288" y="198"/>
                  </a:cubicBezTo>
                  <a:cubicBezTo>
                    <a:pt x="288" y="201"/>
                    <a:pt x="286" y="204"/>
                    <a:pt x="282" y="204"/>
                  </a:cubicBezTo>
                  <a:close/>
                  <a:moveTo>
                    <a:pt x="12" y="192"/>
                  </a:moveTo>
                  <a:cubicBezTo>
                    <a:pt x="276" y="192"/>
                    <a:pt x="276" y="192"/>
                    <a:pt x="276" y="192"/>
                  </a:cubicBezTo>
                  <a:cubicBezTo>
                    <a:pt x="276" y="144"/>
                    <a:pt x="276" y="144"/>
                    <a:pt x="276" y="144"/>
                  </a:cubicBezTo>
                  <a:cubicBezTo>
                    <a:pt x="276" y="71"/>
                    <a:pt x="217" y="12"/>
                    <a:pt x="144" y="12"/>
                  </a:cubicBezTo>
                  <a:cubicBezTo>
                    <a:pt x="71" y="12"/>
                    <a:pt x="12" y="71"/>
                    <a:pt x="12" y="144"/>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grpSp>
      <p:grpSp>
        <p:nvGrpSpPr>
          <p:cNvPr id="34" name="Group 28">
            <a:extLst>
              <a:ext uri="{FF2B5EF4-FFF2-40B4-BE49-F238E27FC236}">
                <a16:creationId xmlns:a16="http://schemas.microsoft.com/office/drawing/2014/main" id="{9B611986-A9A9-D04A-AA1D-599F45BF2E57}"/>
              </a:ext>
            </a:extLst>
          </p:cNvPr>
          <p:cNvGrpSpPr>
            <a:grpSpLocks noChangeAspect="1"/>
          </p:cNvGrpSpPr>
          <p:nvPr/>
        </p:nvGrpSpPr>
        <p:grpSpPr bwMode="auto">
          <a:xfrm>
            <a:off x="8172763" y="2206879"/>
            <a:ext cx="886763" cy="886763"/>
            <a:chOff x="2402" y="439"/>
            <a:chExt cx="426" cy="426"/>
          </a:xfrm>
          <a:solidFill>
            <a:schemeClr val="accent1"/>
          </a:solidFill>
        </p:grpSpPr>
        <p:sp>
          <p:nvSpPr>
            <p:cNvPr id="35" name="Freeform 29">
              <a:extLst>
                <a:ext uri="{FF2B5EF4-FFF2-40B4-BE49-F238E27FC236}">
                  <a16:creationId xmlns:a16="http://schemas.microsoft.com/office/drawing/2014/main" id="{FA9FEF9C-E9A3-704A-A1CA-CE8DA808B4AC}"/>
                </a:ext>
              </a:extLst>
            </p:cNvPr>
            <p:cNvSpPr>
              <a:spLocks noEditPoints="1"/>
            </p:cNvSpPr>
            <p:nvPr/>
          </p:nvSpPr>
          <p:spPr bwMode="auto">
            <a:xfrm>
              <a:off x="2402" y="439"/>
              <a:ext cx="426"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2 w 288"/>
                <a:gd name="T33" fmla="*/ 59 h 288"/>
                <a:gd name="T34" fmla="*/ 262 w 288"/>
                <a:gd name="T35" fmla="*/ 67 h 288"/>
                <a:gd name="T36" fmla="*/ 247 w 288"/>
                <a:gd name="T37" fmla="*/ 120 h 288"/>
                <a:gd name="T38" fmla="*/ 288 w 288"/>
                <a:gd name="T39" fmla="*/ 126 h 288"/>
                <a:gd name="T40" fmla="*/ 282 w 288"/>
                <a:gd name="T41" fmla="*/ 168 h 288"/>
                <a:gd name="T42" fmla="*/ 238 w 288"/>
                <a:gd name="T43" fmla="*/ 196 h 288"/>
                <a:gd name="T44" fmla="*/ 262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6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6 w 288"/>
                <a:gd name="T81" fmla="*/ 61 h 288"/>
                <a:gd name="T82" fmla="*/ 38 w 288"/>
                <a:gd name="T83" fmla="*/ 63 h 288"/>
                <a:gd name="T84" fmla="*/ 62 w 288"/>
                <a:gd name="T85" fmla="*/ 94 h 288"/>
                <a:gd name="T86" fmla="*/ 45 w 288"/>
                <a:gd name="T87" fmla="*/ 132 h 288"/>
                <a:gd name="T88" fmla="*/ 12 w 288"/>
                <a:gd name="T89" fmla="*/ 156 h 288"/>
                <a:gd name="T90" fmla="*/ 50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2"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5" y="188"/>
                    <a:pt x="42" y="177"/>
                    <a:pt x="40" y="168"/>
                  </a:cubicBezTo>
                  <a:cubicBezTo>
                    <a:pt x="6" y="168"/>
                    <a:pt x="6" y="168"/>
                    <a:pt x="6" y="168"/>
                  </a:cubicBezTo>
                  <a:cubicBezTo>
                    <a:pt x="2" y="168"/>
                    <a:pt x="0" y="165"/>
                    <a:pt x="0" y="162"/>
                  </a:cubicBezTo>
                  <a:cubicBezTo>
                    <a:pt x="0" y="126"/>
                    <a:pt x="0" y="126"/>
                    <a:pt x="0" y="126"/>
                  </a:cubicBezTo>
                  <a:cubicBezTo>
                    <a:pt x="0" y="122"/>
                    <a:pt x="2" y="120"/>
                    <a:pt x="6" y="120"/>
                  </a:cubicBezTo>
                  <a:cubicBezTo>
                    <a:pt x="40" y="120"/>
                    <a:pt x="40" y="120"/>
                    <a:pt x="40" y="120"/>
                  </a:cubicBezTo>
                  <a:cubicBezTo>
                    <a:pt x="42" y="110"/>
                    <a:pt x="45"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2"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2" y="23"/>
                    <a:pt x="226" y="23"/>
                    <a:pt x="228" y="25"/>
                  </a:cubicBezTo>
                  <a:cubicBezTo>
                    <a:pt x="262" y="59"/>
                    <a:pt x="262" y="59"/>
                    <a:pt x="262" y="59"/>
                  </a:cubicBezTo>
                  <a:cubicBezTo>
                    <a:pt x="264" y="60"/>
                    <a:pt x="264" y="61"/>
                    <a:pt x="264" y="63"/>
                  </a:cubicBezTo>
                  <a:cubicBezTo>
                    <a:pt x="264" y="65"/>
                    <a:pt x="264" y="66"/>
                    <a:pt x="262" y="67"/>
                  </a:cubicBezTo>
                  <a:cubicBezTo>
                    <a:pt x="238" y="92"/>
                    <a:pt x="238" y="92"/>
                    <a:pt x="238" y="92"/>
                  </a:cubicBezTo>
                  <a:cubicBezTo>
                    <a:pt x="242" y="100"/>
                    <a:pt x="245" y="110"/>
                    <a:pt x="247"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7" y="168"/>
                    <a:pt x="247" y="168"/>
                    <a:pt x="247" y="168"/>
                  </a:cubicBezTo>
                  <a:cubicBezTo>
                    <a:pt x="245" y="177"/>
                    <a:pt x="242" y="188"/>
                    <a:pt x="238" y="196"/>
                  </a:cubicBezTo>
                  <a:cubicBezTo>
                    <a:pt x="262" y="220"/>
                    <a:pt x="262" y="220"/>
                    <a:pt x="262" y="220"/>
                  </a:cubicBezTo>
                  <a:cubicBezTo>
                    <a:pt x="265" y="222"/>
                    <a:pt x="265" y="226"/>
                    <a:pt x="262" y="229"/>
                  </a:cubicBezTo>
                  <a:cubicBezTo>
                    <a:pt x="228" y="262"/>
                    <a:pt x="228" y="262"/>
                    <a:pt x="228" y="262"/>
                  </a:cubicBezTo>
                  <a:cubicBezTo>
                    <a:pt x="226" y="265"/>
                    <a:pt x="222"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6" y="201"/>
                    <a:pt x="226" y="201"/>
                    <a:pt x="226" y="201"/>
                  </a:cubicBezTo>
                  <a:cubicBezTo>
                    <a:pt x="224"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7" y="130"/>
                    <a:pt x="237" y="127"/>
                  </a:cubicBezTo>
                  <a:cubicBezTo>
                    <a:pt x="235" y="120"/>
                    <a:pt x="231" y="103"/>
                    <a:pt x="226" y="94"/>
                  </a:cubicBezTo>
                  <a:cubicBezTo>
                    <a:pt x="224" y="91"/>
                    <a:pt x="224" y="88"/>
                    <a:pt x="226"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5" y="56"/>
                    <a:pt x="167" y="52"/>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20" y="52"/>
                    <a:pt x="103" y="56"/>
                    <a:pt x="94" y="62"/>
                  </a:cubicBezTo>
                  <a:cubicBezTo>
                    <a:pt x="91" y="63"/>
                    <a:pt x="88" y="63"/>
                    <a:pt x="86" y="61"/>
                  </a:cubicBezTo>
                  <a:cubicBezTo>
                    <a:pt x="63" y="38"/>
                    <a:pt x="63" y="38"/>
                    <a:pt x="63" y="38"/>
                  </a:cubicBezTo>
                  <a:cubicBezTo>
                    <a:pt x="38" y="63"/>
                    <a:pt x="38" y="63"/>
                    <a:pt x="38" y="63"/>
                  </a:cubicBezTo>
                  <a:cubicBezTo>
                    <a:pt x="61" y="86"/>
                    <a:pt x="61" y="86"/>
                    <a:pt x="61" y="86"/>
                  </a:cubicBezTo>
                  <a:cubicBezTo>
                    <a:pt x="63" y="88"/>
                    <a:pt x="63" y="91"/>
                    <a:pt x="62" y="94"/>
                  </a:cubicBezTo>
                  <a:cubicBezTo>
                    <a:pt x="56" y="103"/>
                    <a:pt x="52" y="120"/>
                    <a:pt x="50" y="127"/>
                  </a:cubicBezTo>
                  <a:cubicBezTo>
                    <a:pt x="50" y="130"/>
                    <a:pt x="47" y="132"/>
                    <a:pt x="45" y="132"/>
                  </a:cubicBezTo>
                  <a:cubicBezTo>
                    <a:pt x="12" y="132"/>
                    <a:pt x="12" y="132"/>
                    <a:pt x="12" y="132"/>
                  </a:cubicBezTo>
                  <a:cubicBezTo>
                    <a:pt x="12" y="156"/>
                    <a:pt x="12" y="156"/>
                    <a:pt x="12" y="156"/>
                  </a:cubicBezTo>
                  <a:cubicBezTo>
                    <a:pt x="45" y="156"/>
                    <a:pt x="45" y="156"/>
                    <a:pt x="45" y="156"/>
                  </a:cubicBezTo>
                  <a:cubicBezTo>
                    <a:pt x="47" y="156"/>
                    <a:pt x="50" y="158"/>
                    <a:pt x="50" y="160"/>
                  </a:cubicBezTo>
                  <a:cubicBezTo>
                    <a:pt x="52" y="167"/>
                    <a:pt x="56" y="185"/>
                    <a:pt x="62" y="194"/>
                  </a:cubicBezTo>
                  <a:cubicBezTo>
                    <a:pt x="63" y="196"/>
                    <a:pt x="63" y="199"/>
                    <a:pt x="61" y="201"/>
                  </a:cubicBezTo>
                  <a:cubicBezTo>
                    <a:pt x="38" y="224"/>
                    <a:pt x="38" y="224"/>
                    <a:pt x="38" y="224"/>
                  </a:cubicBezTo>
                  <a:cubicBezTo>
                    <a:pt x="63" y="250"/>
                    <a:pt x="63" y="250"/>
                    <a:pt x="63" y="250"/>
                  </a:cubicBezTo>
                  <a:cubicBezTo>
                    <a:pt x="86" y="226"/>
                    <a:pt x="86" y="226"/>
                    <a:pt x="86" y="226"/>
                  </a:cubicBezTo>
                  <a:cubicBezTo>
                    <a:pt x="88" y="224"/>
                    <a:pt x="91" y="224"/>
                    <a:pt x="94" y="226"/>
                  </a:cubicBezTo>
                  <a:cubicBezTo>
                    <a:pt x="103" y="231"/>
                    <a:pt x="120"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36" name="Freeform 30">
              <a:extLst>
                <a:ext uri="{FF2B5EF4-FFF2-40B4-BE49-F238E27FC236}">
                  <a16:creationId xmlns:a16="http://schemas.microsoft.com/office/drawing/2014/main" id="{802786EA-EB55-D247-AB62-8F7E75440F0C}"/>
                </a:ext>
              </a:extLst>
            </p:cNvPr>
            <p:cNvSpPr>
              <a:spLocks noEditPoints="1"/>
            </p:cNvSpPr>
            <p:nvPr/>
          </p:nvSpPr>
          <p:spPr bwMode="auto">
            <a:xfrm>
              <a:off x="2526" y="563"/>
              <a:ext cx="178" cy="178"/>
            </a:xfrm>
            <a:custGeom>
              <a:avLst/>
              <a:gdLst>
                <a:gd name="T0" fmla="*/ 60 w 120"/>
                <a:gd name="T1" fmla="*/ 120 h 120"/>
                <a:gd name="T2" fmla="*/ 0 w 120"/>
                <a:gd name="T3" fmla="*/ 60 h 120"/>
                <a:gd name="T4" fmla="*/ 60 w 120"/>
                <a:gd name="T5" fmla="*/ 0 h 120"/>
                <a:gd name="T6" fmla="*/ 120 w 120"/>
                <a:gd name="T7" fmla="*/ 60 h 120"/>
                <a:gd name="T8" fmla="*/ 60 w 120"/>
                <a:gd name="T9" fmla="*/ 120 h 120"/>
                <a:gd name="T10" fmla="*/ 60 w 120"/>
                <a:gd name="T11" fmla="*/ 12 h 120"/>
                <a:gd name="T12" fmla="*/ 12 w 120"/>
                <a:gd name="T13" fmla="*/ 60 h 120"/>
                <a:gd name="T14" fmla="*/ 60 w 120"/>
                <a:gd name="T15" fmla="*/ 108 h 120"/>
                <a:gd name="T16" fmla="*/ 108 w 120"/>
                <a:gd name="T17" fmla="*/ 60 h 120"/>
                <a:gd name="T18" fmla="*/ 60 w 120"/>
                <a:gd name="T19" fmla="*/ 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 h="120">
                  <a:moveTo>
                    <a:pt x="60" y="120"/>
                  </a:moveTo>
                  <a:cubicBezTo>
                    <a:pt x="27" y="120"/>
                    <a:pt x="0" y="93"/>
                    <a:pt x="0" y="60"/>
                  </a:cubicBezTo>
                  <a:cubicBezTo>
                    <a:pt x="0" y="27"/>
                    <a:pt x="27" y="0"/>
                    <a:pt x="60" y="0"/>
                  </a:cubicBezTo>
                  <a:cubicBezTo>
                    <a:pt x="93" y="0"/>
                    <a:pt x="120" y="27"/>
                    <a:pt x="120" y="60"/>
                  </a:cubicBezTo>
                  <a:cubicBezTo>
                    <a:pt x="120" y="93"/>
                    <a:pt x="93" y="120"/>
                    <a:pt x="60" y="120"/>
                  </a:cubicBezTo>
                  <a:close/>
                  <a:moveTo>
                    <a:pt x="60" y="12"/>
                  </a:moveTo>
                  <a:cubicBezTo>
                    <a:pt x="33" y="12"/>
                    <a:pt x="12" y="33"/>
                    <a:pt x="12" y="60"/>
                  </a:cubicBezTo>
                  <a:cubicBezTo>
                    <a:pt x="12" y="86"/>
                    <a:pt x="33" y="108"/>
                    <a:pt x="60" y="108"/>
                  </a:cubicBezTo>
                  <a:cubicBezTo>
                    <a:pt x="86" y="108"/>
                    <a:pt x="108" y="86"/>
                    <a:pt x="108" y="60"/>
                  </a:cubicBezTo>
                  <a:cubicBezTo>
                    <a:pt x="108" y="33"/>
                    <a:pt x="86" y="12"/>
                    <a:pt x="6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grpSp>
      <p:grpSp>
        <p:nvGrpSpPr>
          <p:cNvPr id="37" name="Group 4">
            <a:extLst>
              <a:ext uri="{FF2B5EF4-FFF2-40B4-BE49-F238E27FC236}">
                <a16:creationId xmlns:a16="http://schemas.microsoft.com/office/drawing/2014/main" id="{59ADC9E9-3C3A-8F43-A35E-743884F2BF8A}"/>
              </a:ext>
            </a:extLst>
          </p:cNvPr>
          <p:cNvGrpSpPr>
            <a:grpSpLocks noChangeAspect="1"/>
          </p:cNvGrpSpPr>
          <p:nvPr/>
        </p:nvGrpSpPr>
        <p:grpSpPr bwMode="auto">
          <a:xfrm>
            <a:off x="428698" y="2204252"/>
            <a:ext cx="1029264" cy="889390"/>
            <a:chOff x="367" y="482"/>
            <a:chExt cx="390" cy="337"/>
          </a:xfrm>
          <a:solidFill>
            <a:schemeClr val="accent1"/>
          </a:solidFill>
        </p:grpSpPr>
        <p:sp>
          <p:nvSpPr>
            <p:cNvPr id="38" name="Freeform 5">
              <a:extLst>
                <a:ext uri="{FF2B5EF4-FFF2-40B4-BE49-F238E27FC236}">
                  <a16:creationId xmlns:a16="http://schemas.microsoft.com/office/drawing/2014/main" id="{62881030-E258-0B4B-9BA9-B76CD6AF799C}"/>
                </a:ext>
              </a:extLst>
            </p:cNvPr>
            <p:cNvSpPr>
              <a:spLocks/>
            </p:cNvSpPr>
            <p:nvPr/>
          </p:nvSpPr>
          <p:spPr bwMode="auto">
            <a:xfrm>
              <a:off x="367" y="642"/>
              <a:ext cx="177" cy="17"/>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9"/>
                    <a:pt x="0" y="6"/>
                  </a:cubicBezTo>
                  <a:cubicBezTo>
                    <a:pt x="0" y="3"/>
                    <a:pt x="3" y="0"/>
                    <a:pt x="6" y="0"/>
                  </a:cubicBezTo>
                  <a:cubicBezTo>
                    <a:pt x="114" y="0"/>
                    <a:pt x="114" y="0"/>
                    <a:pt x="114" y="0"/>
                  </a:cubicBezTo>
                  <a:cubicBezTo>
                    <a:pt x="118" y="0"/>
                    <a:pt x="120" y="3"/>
                    <a:pt x="120" y="6"/>
                  </a:cubicBezTo>
                  <a:cubicBezTo>
                    <a:pt x="120" y="9"/>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39" name="Freeform 6">
              <a:extLst>
                <a:ext uri="{FF2B5EF4-FFF2-40B4-BE49-F238E27FC236}">
                  <a16:creationId xmlns:a16="http://schemas.microsoft.com/office/drawing/2014/main" id="{EC7913B7-4779-0A46-A290-9C66EDF5F518}"/>
                </a:ext>
              </a:extLst>
            </p:cNvPr>
            <p:cNvSpPr>
              <a:spLocks/>
            </p:cNvSpPr>
            <p:nvPr/>
          </p:nvSpPr>
          <p:spPr bwMode="auto">
            <a:xfrm>
              <a:off x="580" y="642"/>
              <a:ext cx="177" cy="17"/>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9"/>
                    <a:pt x="0" y="6"/>
                  </a:cubicBezTo>
                  <a:cubicBezTo>
                    <a:pt x="0" y="3"/>
                    <a:pt x="3" y="0"/>
                    <a:pt x="6" y="0"/>
                  </a:cubicBezTo>
                  <a:cubicBezTo>
                    <a:pt x="114" y="0"/>
                    <a:pt x="114" y="0"/>
                    <a:pt x="114" y="0"/>
                  </a:cubicBezTo>
                  <a:cubicBezTo>
                    <a:pt x="118" y="0"/>
                    <a:pt x="120" y="3"/>
                    <a:pt x="120" y="6"/>
                  </a:cubicBezTo>
                  <a:cubicBezTo>
                    <a:pt x="120" y="9"/>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40" name="Freeform 7">
              <a:extLst>
                <a:ext uri="{FF2B5EF4-FFF2-40B4-BE49-F238E27FC236}">
                  <a16:creationId xmlns:a16="http://schemas.microsoft.com/office/drawing/2014/main" id="{38AFD66B-6F86-1247-BAF5-36AADD3C9355}"/>
                </a:ext>
              </a:extLst>
            </p:cNvPr>
            <p:cNvSpPr>
              <a:spLocks noEditPoints="1"/>
            </p:cNvSpPr>
            <p:nvPr/>
          </p:nvSpPr>
          <p:spPr bwMode="auto">
            <a:xfrm>
              <a:off x="367" y="553"/>
              <a:ext cx="390" cy="266"/>
            </a:xfrm>
            <a:custGeom>
              <a:avLst/>
              <a:gdLst>
                <a:gd name="T0" fmla="*/ 258 w 264"/>
                <a:gd name="T1" fmla="*/ 180 h 180"/>
                <a:gd name="T2" fmla="*/ 6 w 264"/>
                <a:gd name="T3" fmla="*/ 180 h 180"/>
                <a:gd name="T4" fmla="*/ 0 w 264"/>
                <a:gd name="T5" fmla="*/ 174 h 180"/>
                <a:gd name="T6" fmla="*/ 0 w 264"/>
                <a:gd name="T7" fmla="*/ 6 h 180"/>
                <a:gd name="T8" fmla="*/ 6 w 264"/>
                <a:gd name="T9" fmla="*/ 0 h 180"/>
                <a:gd name="T10" fmla="*/ 258 w 264"/>
                <a:gd name="T11" fmla="*/ 0 h 180"/>
                <a:gd name="T12" fmla="*/ 264 w 264"/>
                <a:gd name="T13" fmla="*/ 6 h 180"/>
                <a:gd name="T14" fmla="*/ 264 w 264"/>
                <a:gd name="T15" fmla="*/ 174 h 180"/>
                <a:gd name="T16" fmla="*/ 258 w 264"/>
                <a:gd name="T17" fmla="*/ 180 h 180"/>
                <a:gd name="T18" fmla="*/ 12 w 264"/>
                <a:gd name="T19" fmla="*/ 168 h 180"/>
                <a:gd name="T20" fmla="*/ 252 w 264"/>
                <a:gd name="T21" fmla="*/ 168 h 180"/>
                <a:gd name="T22" fmla="*/ 252 w 264"/>
                <a:gd name="T23" fmla="*/ 12 h 180"/>
                <a:gd name="T24" fmla="*/ 12 w 264"/>
                <a:gd name="T25" fmla="*/ 12 h 180"/>
                <a:gd name="T26" fmla="*/ 12 w 264"/>
                <a:gd name="T27" fmla="*/ 16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4" h="180">
                  <a:moveTo>
                    <a:pt x="258" y="180"/>
                  </a:moveTo>
                  <a:cubicBezTo>
                    <a:pt x="6" y="180"/>
                    <a:pt x="6" y="180"/>
                    <a:pt x="6" y="180"/>
                  </a:cubicBezTo>
                  <a:cubicBezTo>
                    <a:pt x="3" y="180"/>
                    <a:pt x="0" y="177"/>
                    <a:pt x="0" y="174"/>
                  </a:cubicBezTo>
                  <a:cubicBezTo>
                    <a:pt x="0" y="6"/>
                    <a:pt x="0" y="6"/>
                    <a:pt x="0" y="6"/>
                  </a:cubicBezTo>
                  <a:cubicBezTo>
                    <a:pt x="0" y="3"/>
                    <a:pt x="3" y="0"/>
                    <a:pt x="6" y="0"/>
                  </a:cubicBezTo>
                  <a:cubicBezTo>
                    <a:pt x="258" y="0"/>
                    <a:pt x="258" y="0"/>
                    <a:pt x="258" y="0"/>
                  </a:cubicBezTo>
                  <a:cubicBezTo>
                    <a:pt x="262" y="0"/>
                    <a:pt x="264" y="3"/>
                    <a:pt x="264" y="6"/>
                  </a:cubicBezTo>
                  <a:cubicBezTo>
                    <a:pt x="264" y="174"/>
                    <a:pt x="264" y="174"/>
                    <a:pt x="264" y="174"/>
                  </a:cubicBezTo>
                  <a:cubicBezTo>
                    <a:pt x="264" y="177"/>
                    <a:pt x="262" y="180"/>
                    <a:pt x="258" y="180"/>
                  </a:cubicBezTo>
                  <a:close/>
                  <a:moveTo>
                    <a:pt x="12" y="168"/>
                  </a:moveTo>
                  <a:cubicBezTo>
                    <a:pt x="252" y="168"/>
                    <a:pt x="252" y="168"/>
                    <a:pt x="252" y="168"/>
                  </a:cubicBezTo>
                  <a:cubicBezTo>
                    <a:pt x="252" y="12"/>
                    <a:pt x="252" y="12"/>
                    <a:pt x="252" y="12"/>
                  </a:cubicBezTo>
                  <a:cubicBezTo>
                    <a:pt x="12" y="12"/>
                    <a:pt x="12" y="12"/>
                    <a:pt x="12" y="12"/>
                  </a:cubicBezTo>
                  <a:lnTo>
                    <a:pt x="12"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41" name="Freeform 8">
              <a:extLst>
                <a:ext uri="{FF2B5EF4-FFF2-40B4-BE49-F238E27FC236}">
                  <a16:creationId xmlns:a16="http://schemas.microsoft.com/office/drawing/2014/main" id="{DB748EC2-D845-2840-811C-8378BE97DA56}"/>
                </a:ext>
              </a:extLst>
            </p:cNvPr>
            <p:cNvSpPr>
              <a:spLocks noEditPoints="1"/>
            </p:cNvSpPr>
            <p:nvPr/>
          </p:nvSpPr>
          <p:spPr bwMode="auto">
            <a:xfrm>
              <a:off x="527" y="624"/>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3"/>
                    <a:pt x="3" y="0"/>
                    <a:pt x="6" y="0"/>
                  </a:cubicBezTo>
                  <a:cubicBezTo>
                    <a:pt x="42" y="0"/>
                    <a:pt x="42" y="0"/>
                    <a:pt x="42" y="0"/>
                  </a:cubicBezTo>
                  <a:cubicBezTo>
                    <a:pt x="46" y="0"/>
                    <a:pt x="48" y="3"/>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sp>
          <p:nvSpPr>
            <p:cNvPr id="42" name="Freeform 9">
              <a:extLst>
                <a:ext uri="{FF2B5EF4-FFF2-40B4-BE49-F238E27FC236}">
                  <a16:creationId xmlns:a16="http://schemas.microsoft.com/office/drawing/2014/main" id="{27DD0B12-AAD2-A44E-A9C1-E5015889D540}"/>
                </a:ext>
              </a:extLst>
            </p:cNvPr>
            <p:cNvSpPr>
              <a:spLocks/>
            </p:cNvSpPr>
            <p:nvPr/>
          </p:nvSpPr>
          <p:spPr bwMode="auto">
            <a:xfrm>
              <a:off x="482" y="482"/>
              <a:ext cx="160" cy="80"/>
            </a:xfrm>
            <a:custGeom>
              <a:avLst/>
              <a:gdLst>
                <a:gd name="T0" fmla="*/ 108 w 108"/>
                <a:gd name="T1" fmla="*/ 54 h 54"/>
                <a:gd name="T2" fmla="*/ 96 w 108"/>
                <a:gd name="T3" fmla="*/ 54 h 54"/>
                <a:gd name="T4" fmla="*/ 54 w 108"/>
                <a:gd name="T5" fmla="*/ 12 h 54"/>
                <a:gd name="T6" fmla="*/ 12 w 108"/>
                <a:gd name="T7" fmla="*/ 54 h 54"/>
                <a:gd name="T8" fmla="*/ 0 w 108"/>
                <a:gd name="T9" fmla="*/ 54 h 54"/>
                <a:gd name="T10" fmla="*/ 54 w 108"/>
                <a:gd name="T11" fmla="*/ 0 h 54"/>
                <a:gd name="T12" fmla="*/ 108 w 108"/>
                <a:gd name="T13" fmla="*/ 54 h 54"/>
              </a:gdLst>
              <a:ahLst/>
              <a:cxnLst>
                <a:cxn ang="0">
                  <a:pos x="T0" y="T1"/>
                </a:cxn>
                <a:cxn ang="0">
                  <a:pos x="T2" y="T3"/>
                </a:cxn>
                <a:cxn ang="0">
                  <a:pos x="T4" y="T5"/>
                </a:cxn>
                <a:cxn ang="0">
                  <a:pos x="T6" y="T7"/>
                </a:cxn>
                <a:cxn ang="0">
                  <a:pos x="T8" y="T9"/>
                </a:cxn>
                <a:cxn ang="0">
                  <a:pos x="T10" y="T11"/>
                </a:cxn>
                <a:cxn ang="0">
                  <a:pos x="T12" y="T13"/>
                </a:cxn>
              </a:cxnLst>
              <a:rect l="0" t="0" r="r" b="b"/>
              <a:pathLst>
                <a:path w="108" h="54">
                  <a:moveTo>
                    <a:pt x="108" y="54"/>
                  </a:moveTo>
                  <a:cubicBezTo>
                    <a:pt x="96" y="54"/>
                    <a:pt x="96" y="54"/>
                    <a:pt x="96" y="54"/>
                  </a:cubicBezTo>
                  <a:cubicBezTo>
                    <a:pt x="96" y="31"/>
                    <a:pt x="78" y="12"/>
                    <a:pt x="54" y="12"/>
                  </a:cubicBezTo>
                  <a:cubicBezTo>
                    <a:pt x="31" y="12"/>
                    <a:pt x="12" y="31"/>
                    <a:pt x="12" y="54"/>
                  </a:cubicBezTo>
                  <a:cubicBezTo>
                    <a:pt x="0" y="54"/>
                    <a:pt x="0" y="54"/>
                    <a:pt x="0" y="54"/>
                  </a:cubicBezTo>
                  <a:cubicBezTo>
                    <a:pt x="0" y="24"/>
                    <a:pt x="25" y="0"/>
                    <a:pt x="54" y="0"/>
                  </a:cubicBezTo>
                  <a:cubicBezTo>
                    <a:pt x="84" y="0"/>
                    <a:pt x="108" y="24"/>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latin typeface="Graphik Regular" panose="020B0503030202060203" pitchFamily="34" charset="77"/>
              </a:endParaRPr>
            </a:p>
          </p:txBody>
        </p:sp>
      </p:grpSp>
      <p:sp>
        <p:nvSpPr>
          <p:cNvPr id="18" name="Text Placeholder 17">
            <a:extLst>
              <a:ext uri="{FF2B5EF4-FFF2-40B4-BE49-F238E27FC236}">
                <a16:creationId xmlns:a16="http://schemas.microsoft.com/office/drawing/2014/main" id="{80840651-8485-F74F-8CA3-CB227D4272A4}"/>
              </a:ext>
            </a:extLst>
          </p:cNvPr>
          <p:cNvSpPr>
            <a:spLocks noGrp="1"/>
          </p:cNvSpPr>
          <p:nvPr>
            <p:ph type="body" sz="quarter" idx="19"/>
          </p:nvPr>
        </p:nvSpPr>
        <p:spPr>
          <a:xfrm>
            <a:off x="428698" y="3236204"/>
            <a:ext cx="3656754" cy="393609"/>
          </a:xfrm>
        </p:spPr>
        <p:txBody>
          <a:bodyPr/>
          <a:lstStyle/>
          <a:p>
            <a:r>
              <a:rPr lang="en-US" b="1" dirty="0"/>
              <a:t>ONE OR TWO LINES</a:t>
            </a:r>
          </a:p>
        </p:txBody>
      </p:sp>
    </p:spTree>
    <p:extLst>
      <p:ext uri="{BB962C8B-B14F-4D97-AF65-F5344CB8AC3E}">
        <p14:creationId xmlns:p14="http://schemas.microsoft.com/office/powerpoint/2010/main" val="2883164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5D97637E-F2C1-0B45-B655-A042B9140475}"/>
              </a:ext>
            </a:extLst>
          </p:cNvPr>
          <p:cNvPicPr>
            <a:picLocks noGrp="1" noChangeAspect="1"/>
          </p:cNvPicPr>
          <p:nvPr>
            <p:ph type="pic" sz="quarter" idx="23"/>
          </p:nvPr>
        </p:nvPicPr>
        <p:blipFill>
          <a:blip r:embed="rId3"/>
          <a:srcRect/>
          <a:stretch>
            <a:fillRect/>
          </a:stretch>
        </p:blipFill>
        <p:spPr/>
      </p:pic>
      <p:sp>
        <p:nvSpPr>
          <p:cNvPr id="4" name="Text Placeholder 3">
            <a:extLst>
              <a:ext uri="{FF2B5EF4-FFF2-40B4-BE49-F238E27FC236}">
                <a16:creationId xmlns:a16="http://schemas.microsoft.com/office/drawing/2014/main" id="{B7DFAC94-6892-5149-9608-856E2523A400}"/>
              </a:ext>
            </a:extLst>
          </p:cNvPr>
          <p:cNvSpPr>
            <a:spLocks noGrp="1"/>
          </p:cNvSpPr>
          <p:nvPr>
            <p:ph type="body" sz="quarter" idx="22"/>
          </p:nvPr>
        </p:nvSpPr>
        <p:spPr/>
        <p:txBody>
          <a:bodyPr/>
          <a:lstStyle/>
          <a:p>
            <a:r>
              <a:rPr lang="en-US" b="1" dirty="0">
                <a:solidFill>
                  <a:schemeClr val="accent1"/>
                </a:solidFill>
                <a:latin typeface="Graphik" panose="020B0503030202060203" pitchFamily="34" charset="77"/>
              </a:rPr>
              <a:t>CEO of Accenture Interactive</a:t>
            </a:r>
            <a:br>
              <a:rPr lang="en-US" b="1" dirty="0">
                <a:solidFill>
                  <a:schemeClr val="accent1"/>
                </a:solidFill>
                <a:latin typeface="Graphik" panose="020B0503030202060203" pitchFamily="34" charset="77"/>
              </a:rPr>
            </a:br>
            <a:r>
              <a:rPr lang="en-US" b="1" dirty="0">
                <a:solidFill>
                  <a:schemeClr val="accent1"/>
                </a:solidFill>
                <a:latin typeface="Graphik" panose="020B0503030202060203" pitchFamily="34" charset="77"/>
              </a:rPr>
              <a:t>Greater Boston Area</a:t>
            </a:r>
          </a:p>
          <a:p>
            <a:pPr lvl="0"/>
            <a:r>
              <a:rPr lang="en-AU" dirty="0">
                <a:solidFill>
                  <a:srgbClr val="000000"/>
                </a:solidFill>
              </a:rPr>
              <a:t>Specialties include:</a:t>
            </a:r>
          </a:p>
          <a:p>
            <a:pPr marL="171416" lvl="2" indent="-171416">
              <a:lnSpc>
                <a:spcPct val="70000"/>
              </a:lnSpc>
            </a:pPr>
            <a:r>
              <a:rPr lang="en-AU" sz="1100" dirty="0">
                <a:solidFill>
                  <a:srgbClr val="000000"/>
                </a:solidFill>
                <a:latin typeface="Graphik" panose="020B0503030202060203" pitchFamily="34" charset="77"/>
              </a:rPr>
              <a:t>Design Thinking</a:t>
            </a:r>
          </a:p>
          <a:p>
            <a:pPr marL="171416" lvl="2" indent="-171416">
              <a:lnSpc>
                <a:spcPct val="70000"/>
              </a:lnSpc>
            </a:pPr>
            <a:r>
              <a:rPr lang="en-AU" sz="1100" dirty="0">
                <a:solidFill>
                  <a:srgbClr val="000000"/>
                </a:solidFill>
                <a:latin typeface="Graphik" panose="020B0503030202060203" pitchFamily="34" charset="77"/>
              </a:rPr>
              <a:t>Human Centred Design</a:t>
            </a:r>
          </a:p>
          <a:p>
            <a:pPr marL="171416" lvl="2" indent="-171416">
              <a:lnSpc>
                <a:spcPct val="70000"/>
              </a:lnSpc>
            </a:pPr>
            <a:r>
              <a:rPr lang="en-AU" sz="1100" dirty="0">
                <a:solidFill>
                  <a:srgbClr val="000000"/>
                </a:solidFill>
                <a:latin typeface="Graphik" panose="020B0503030202060203" pitchFamily="34" charset="77"/>
              </a:rPr>
              <a:t>User Experience</a:t>
            </a:r>
          </a:p>
          <a:p>
            <a:pPr marL="171416" lvl="2" indent="-171416">
              <a:lnSpc>
                <a:spcPct val="70000"/>
              </a:lnSpc>
            </a:pPr>
            <a:r>
              <a:rPr lang="en-AU" sz="1100" dirty="0">
                <a:solidFill>
                  <a:srgbClr val="000000"/>
                </a:solidFill>
                <a:latin typeface="Graphik" panose="020B0503030202060203" pitchFamily="34" charset="77"/>
              </a:rPr>
              <a:t>Information Architecture</a:t>
            </a:r>
          </a:p>
          <a:p>
            <a:pPr marL="171416" lvl="2" indent="-171416">
              <a:lnSpc>
                <a:spcPct val="70000"/>
              </a:lnSpc>
            </a:pPr>
            <a:r>
              <a:rPr lang="en-AU" sz="1100" dirty="0">
                <a:solidFill>
                  <a:srgbClr val="000000"/>
                </a:solidFill>
                <a:latin typeface="Graphik" panose="020B0503030202060203" pitchFamily="34" charset="77"/>
              </a:rPr>
              <a:t>Ideation</a:t>
            </a:r>
          </a:p>
          <a:p>
            <a:endParaRPr lang="en-US" dirty="0">
              <a:solidFill>
                <a:schemeClr val="accent1"/>
              </a:solidFill>
              <a:latin typeface="Graphik" panose="020B0503030202060203" pitchFamily="34" charset="77"/>
            </a:endParaRPr>
          </a:p>
        </p:txBody>
      </p:sp>
      <p:sp>
        <p:nvSpPr>
          <p:cNvPr id="5" name="Text Placeholder 4">
            <a:extLst>
              <a:ext uri="{FF2B5EF4-FFF2-40B4-BE49-F238E27FC236}">
                <a16:creationId xmlns:a16="http://schemas.microsoft.com/office/drawing/2014/main" id="{D3989606-D41F-AA45-888D-514DC0F7783B}"/>
              </a:ext>
            </a:extLst>
          </p:cNvPr>
          <p:cNvSpPr>
            <a:spLocks noGrp="1"/>
          </p:cNvSpPr>
          <p:nvPr>
            <p:ph type="body" sz="quarter" idx="17"/>
          </p:nvPr>
        </p:nvSpPr>
        <p:spPr/>
        <p:txBody>
          <a:bodyPr/>
          <a:lstStyle/>
          <a:p>
            <a:r>
              <a:rPr lang="en-US" dirty="0">
                <a:latin typeface="Graphik" panose="020B0503030202060203" pitchFamily="34" charset="77"/>
              </a:rPr>
              <a:t>Brian is committed to cultivating big ideas and delivering real business results – passions he applies every day driving Accenture Interactive’s rapid global growth. As head of Accenture Interactive, he’s laser-focused on creating the best customer experiences on the planet for Fortune 500 brands. </a:t>
            </a:r>
          </a:p>
          <a:p>
            <a:r>
              <a:rPr lang="en-US" dirty="0">
                <a:latin typeface="Graphik" panose="020B0503030202060203" pitchFamily="34" charset="77"/>
              </a:rPr>
              <a:t>Brian has led Accenture Interactive’s disruption of the traditional agency landscape by creating a new service model that combines the capabilities of a creative agency, business consultancy, and technology powerhouse. He continues to build Accenture Interactive’s business every day, working with clients around the world and</a:t>
            </a:r>
          </a:p>
        </p:txBody>
      </p:sp>
      <p:sp>
        <p:nvSpPr>
          <p:cNvPr id="6" name="Text Placeholder 5">
            <a:extLst>
              <a:ext uri="{FF2B5EF4-FFF2-40B4-BE49-F238E27FC236}">
                <a16:creationId xmlns:a16="http://schemas.microsoft.com/office/drawing/2014/main" id="{B6216313-7250-4B44-A019-1527FBDCCD2E}"/>
              </a:ext>
            </a:extLst>
          </p:cNvPr>
          <p:cNvSpPr>
            <a:spLocks noGrp="1"/>
          </p:cNvSpPr>
          <p:nvPr>
            <p:ph type="body" sz="quarter" idx="24"/>
          </p:nvPr>
        </p:nvSpPr>
        <p:spPr>
          <a:xfrm>
            <a:off x="6060518" y="2105803"/>
            <a:ext cx="2334316" cy="6015686"/>
          </a:xfrm>
        </p:spPr>
        <p:txBody>
          <a:bodyPr/>
          <a:lstStyle/>
          <a:p>
            <a:r>
              <a:rPr lang="en-US" dirty="0"/>
              <a:t>expanding its global footprint through acquisitions of companies like Fjord, </a:t>
            </a:r>
            <a:r>
              <a:rPr lang="en-US" dirty="0" err="1"/>
              <a:t>Karmarama</a:t>
            </a:r>
            <a:r>
              <a:rPr lang="en-US" dirty="0"/>
              <a:t>, and </a:t>
            </a:r>
            <a:r>
              <a:rPr lang="en-US" dirty="0" err="1"/>
              <a:t>PacificLink</a:t>
            </a:r>
            <a:r>
              <a:rPr lang="en-US" dirty="0"/>
              <a:t>. </a:t>
            </a:r>
          </a:p>
          <a:p>
            <a:r>
              <a:rPr lang="en-US" dirty="0"/>
              <a:t>His </a:t>
            </a:r>
            <a:r>
              <a:rPr lang="en-US" dirty="0">
                <a:latin typeface="Graphik" panose="020B0503030202060203" pitchFamily="34" charset="77"/>
              </a:rPr>
              <a:t>achievements have been recognized by Ad Age, which named Accenture Interactive the world’s largest digital network in 2016 &amp; 2017, and by </a:t>
            </a:r>
            <a:r>
              <a:rPr lang="en-US" dirty="0" err="1">
                <a:latin typeface="Graphik" panose="020B0503030202060203" pitchFamily="34" charset="77"/>
              </a:rPr>
              <a:t>AdWeek</a:t>
            </a:r>
            <a:r>
              <a:rPr lang="en-US" dirty="0">
                <a:latin typeface="Graphik" panose="020B0503030202060203" pitchFamily="34" charset="77"/>
              </a:rPr>
              <a:t>, which included Brian on its 2017 Power List. Brian holds an MBA from the Fuqua School of Business at Duke University, where he also earned his Bachelor of Science. </a:t>
            </a:r>
            <a:br>
              <a:rPr lang="en-US" dirty="0">
                <a:latin typeface="Graphik" panose="020B0503030202060203" pitchFamily="34" charset="77"/>
              </a:rPr>
            </a:br>
            <a:br>
              <a:rPr lang="en-US" dirty="0">
                <a:latin typeface="Graphik" panose="020B0503030202060203" pitchFamily="34" charset="77"/>
              </a:rPr>
            </a:br>
            <a:r>
              <a:rPr lang="en-US" dirty="0">
                <a:latin typeface="Graphik" panose="020B0503030202060203" pitchFamily="34" charset="77"/>
              </a:rPr>
              <a:t>Outside of the office, Brian plays the role of father, surfer, traveler, fisherman and is an avid Duke basketball and Redskins football fan.</a:t>
            </a:r>
            <a:br>
              <a:rPr lang="en-US" dirty="0">
                <a:latin typeface="Graphik" panose="020B0503030202060203" pitchFamily="34" charset="77"/>
              </a:rPr>
            </a:br>
            <a:endParaRPr lang="en-US" dirty="0">
              <a:latin typeface="Graphik" panose="020B0503030202060203" pitchFamily="34" charset="77"/>
            </a:endParaRPr>
          </a:p>
          <a:p>
            <a:endParaRPr lang="en-US" dirty="0">
              <a:latin typeface="Graphik" panose="020B0503030202060203" pitchFamily="34" charset="77"/>
            </a:endParaRPr>
          </a:p>
          <a:p>
            <a:br>
              <a:rPr lang="en-US" dirty="0">
                <a:latin typeface="Graphik" panose="020B0503030202060203" pitchFamily="34" charset="77"/>
              </a:rPr>
            </a:br>
            <a:endParaRPr lang="en-US" dirty="0">
              <a:latin typeface="Graphik" panose="020B0503030202060203" pitchFamily="34" charset="77"/>
            </a:endParaRPr>
          </a:p>
        </p:txBody>
      </p:sp>
      <p:sp>
        <p:nvSpPr>
          <p:cNvPr id="7" name="Text Placeholder 6">
            <a:extLst>
              <a:ext uri="{FF2B5EF4-FFF2-40B4-BE49-F238E27FC236}">
                <a16:creationId xmlns:a16="http://schemas.microsoft.com/office/drawing/2014/main" id="{E9743ED0-595F-CC48-98D7-464B26FAA0B4}"/>
              </a:ext>
            </a:extLst>
          </p:cNvPr>
          <p:cNvSpPr>
            <a:spLocks noGrp="1"/>
          </p:cNvSpPr>
          <p:nvPr>
            <p:ph type="body" sz="quarter" idx="26"/>
          </p:nvPr>
        </p:nvSpPr>
        <p:spPr>
          <a:xfrm>
            <a:off x="8870812" y="2105802"/>
            <a:ext cx="2334316" cy="3469571"/>
          </a:xfrm>
        </p:spPr>
        <p:txBody>
          <a:bodyPr/>
          <a:lstStyle/>
          <a:p>
            <a:r>
              <a:rPr lang="en-AU" b="1" dirty="0">
                <a:latin typeface="Graphik" panose="020B0503030202060203" pitchFamily="34" charset="77"/>
              </a:rPr>
              <a:t>Project name</a:t>
            </a:r>
            <a:br>
              <a:rPr lang="en-AU" dirty="0">
                <a:latin typeface="Graphik" panose="020B0503030202060203" pitchFamily="34" charset="77"/>
              </a:rPr>
            </a:br>
            <a:r>
              <a:rPr lang="en-AU" b="1" dirty="0">
                <a:solidFill>
                  <a:schemeClr val="accent1"/>
                </a:solidFill>
                <a:latin typeface="Graphik" panose="020B0503030202060203" pitchFamily="34" charset="77"/>
              </a:rPr>
              <a:t>Client name</a:t>
            </a:r>
          </a:p>
          <a:p>
            <a:pPr lvl="2"/>
            <a:r>
              <a:rPr lang="en-AU" dirty="0">
                <a:latin typeface="Graphik" panose="020B0503030202060203" pitchFamily="34" charset="77"/>
              </a:rPr>
              <a:t>Lorem ipsum </a:t>
            </a:r>
            <a:r>
              <a:rPr lang="en-AU" dirty="0" err="1">
                <a:latin typeface="Graphik" panose="020B0503030202060203" pitchFamily="34" charset="77"/>
              </a:rPr>
              <a:t>dolor</a:t>
            </a:r>
            <a:r>
              <a:rPr lang="en-AU" dirty="0">
                <a:latin typeface="Graphik" panose="020B0503030202060203" pitchFamily="34" charset="77"/>
              </a:rPr>
              <a:t> sit </a:t>
            </a:r>
            <a:r>
              <a:rPr lang="en-AU" dirty="0" err="1">
                <a:latin typeface="Graphik" panose="020B0503030202060203" pitchFamily="34" charset="77"/>
              </a:rPr>
              <a:t>amet</a:t>
            </a:r>
            <a:r>
              <a:rPr lang="en-AU" dirty="0">
                <a:latin typeface="Graphik" panose="020B0503030202060203" pitchFamily="34" charset="77"/>
              </a:rPr>
              <a:t>, </a:t>
            </a:r>
            <a:r>
              <a:rPr lang="en-AU" dirty="0" err="1">
                <a:latin typeface="Graphik" panose="020B0503030202060203" pitchFamily="34" charset="77"/>
              </a:rPr>
              <a:t>consectetur</a:t>
            </a:r>
            <a:r>
              <a:rPr lang="en-AU" dirty="0">
                <a:latin typeface="Graphik" panose="020B0503030202060203" pitchFamily="34" charset="77"/>
              </a:rPr>
              <a:t> </a:t>
            </a:r>
            <a:r>
              <a:rPr lang="en-AU" dirty="0" err="1">
                <a:latin typeface="Graphik" panose="020B0503030202060203" pitchFamily="34" charset="77"/>
              </a:rPr>
              <a:t>adipiscing</a:t>
            </a:r>
            <a:r>
              <a:rPr lang="en-AU" dirty="0">
                <a:latin typeface="Graphik" panose="020B0503030202060203" pitchFamily="34" charset="77"/>
              </a:rPr>
              <a:t> </a:t>
            </a:r>
            <a:r>
              <a:rPr lang="en-AU" dirty="0" err="1">
                <a:latin typeface="Graphik" panose="020B0503030202060203" pitchFamily="34" charset="77"/>
              </a:rPr>
              <a:t>elit</a:t>
            </a:r>
            <a:r>
              <a:rPr lang="en-AU" dirty="0">
                <a:latin typeface="Graphik" panose="020B0503030202060203" pitchFamily="34" charset="77"/>
              </a:rPr>
              <a:t>. </a:t>
            </a:r>
            <a:r>
              <a:rPr lang="en-AU" dirty="0" err="1">
                <a:latin typeface="Graphik" panose="020B0503030202060203" pitchFamily="34" charset="77"/>
              </a:rPr>
              <a:t>Sed</a:t>
            </a:r>
            <a:r>
              <a:rPr lang="en-AU" dirty="0">
                <a:latin typeface="Graphik" panose="020B0503030202060203" pitchFamily="34" charset="77"/>
              </a:rPr>
              <a:t> </a:t>
            </a:r>
            <a:r>
              <a:rPr lang="en-AU" dirty="0" err="1">
                <a:latin typeface="Graphik" panose="020B0503030202060203" pitchFamily="34" charset="77"/>
              </a:rPr>
              <a:t>nec</a:t>
            </a:r>
            <a:r>
              <a:rPr lang="en-AU" dirty="0">
                <a:latin typeface="Graphik" panose="020B0503030202060203" pitchFamily="34" charset="77"/>
              </a:rPr>
              <a:t> </a:t>
            </a:r>
            <a:r>
              <a:rPr lang="en-AU" dirty="0" err="1">
                <a:latin typeface="Graphik" panose="020B0503030202060203" pitchFamily="34" charset="77"/>
              </a:rPr>
              <a:t>egestas</a:t>
            </a:r>
            <a:r>
              <a:rPr lang="en-AU" dirty="0">
                <a:latin typeface="Graphik" panose="020B0503030202060203" pitchFamily="34" charset="77"/>
              </a:rPr>
              <a:t> libero. </a:t>
            </a:r>
          </a:p>
          <a:p>
            <a:r>
              <a:rPr lang="en-AU" b="1" dirty="0">
                <a:latin typeface="Graphik" panose="020B0503030202060203" pitchFamily="34" charset="77"/>
              </a:rPr>
              <a:t>Project name</a:t>
            </a:r>
            <a:br>
              <a:rPr lang="en-AU" dirty="0">
                <a:latin typeface="Graphik" panose="020B0503030202060203" pitchFamily="34" charset="77"/>
              </a:rPr>
            </a:br>
            <a:r>
              <a:rPr lang="en-AU" b="1" dirty="0">
                <a:solidFill>
                  <a:schemeClr val="accent1"/>
                </a:solidFill>
                <a:latin typeface="Graphik" panose="020B0503030202060203" pitchFamily="34" charset="77"/>
              </a:rPr>
              <a:t>Client name</a:t>
            </a:r>
          </a:p>
          <a:p>
            <a:pPr lvl="2"/>
            <a:r>
              <a:rPr lang="en-AU" dirty="0">
                <a:latin typeface="Graphik" panose="020B0503030202060203" pitchFamily="34" charset="77"/>
              </a:rPr>
              <a:t>Lorem ipsum </a:t>
            </a:r>
            <a:r>
              <a:rPr lang="en-AU" dirty="0" err="1">
                <a:latin typeface="Graphik" panose="020B0503030202060203" pitchFamily="34" charset="77"/>
              </a:rPr>
              <a:t>dolor</a:t>
            </a:r>
            <a:r>
              <a:rPr lang="en-AU" dirty="0">
                <a:latin typeface="Graphik" panose="020B0503030202060203" pitchFamily="34" charset="77"/>
              </a:rPr>
              <a:t> sit </a:t>
            </a:r>
            <a:r>
              <a:rPr lang="en-AU" dirty="0" err="1">
                <a:latin typeface="Graphik" panose="020B0503030202060203" pitchFamily="34" charset="77"/>
              </a:rPr>
              <a:t>amet</a:t>
            </a:r>
            <a:r>
              <a:rPr lang="en-AU" dirty="0">
                <a:latin typeface="Graphik" panose="020B0503030202060203" pitchFamily="34" charset="77"/>
              </a:rPr>
              <a:t>, </a:t>
            </a:r>
            <a:r>
              <a:rPr lang="en-AU" dirty="0" err="1">
                <a:latin typeface="Graphik" panose="020B0503030202060203" pitchFamily="34" charset="77"/>
              </a:rPr>
              <a:t>consectetur</a:t>
            </a:r>
            <a:r>
              <a:rPr lang="en-AU" dirty="0">
                <a:latin typeface="Graphik" panose="020B0503030202060203" pitchFamily="34" charset="77"/>
              </a:rPr>
              <a:t> </a:t>
            </a:r>
            <a:r>
              <a:rPr lang="en-AU" dirty="0" err="1">
                <a:latin typeface="Graphik" panose="020B0503030202060203" pitchFamily="34" charset="77"/>
              </a:rPr>
              <a:t>adipiscing</a:t>
            </a:r>
            <a:r>
              <a:rPr lang="en-AU" dirty="0">
                <a:latin typeface="Graphik" panose="020B0503030202060203" pitchFamily="34" charset="77"/>
              </a:rPr>
              <a:t> </a:t>
            </a:r>
            <a:r>
              <a:rPr lang="en-AU" dirty="0" err="1">
                <a:latin typeface="Graphik" panose="020B0503030202060203" pitchFamily="34" charset="77"/>
              </a:rPr>
              <a:t>elit</a:t>
            </a:r>
            <a:r>
              <a:rPr lang="en-AU" dirty="0">
                <a:latin typeface="Graphik" panose="020B0503030202060203" pitchFamily="34" charset="77"/>
              </a:rPr>
              <a:t>. </a:t>
            </a:r>
            <a:r>
              <a:rPr lang="en-AU" dirty="0" err="1">
                <a:latin typeface="Graphik" panose="020B0503030202060203" pitchFamily="34" charset="77"/>
              </a:rPr>
              <a:t>Sed</a:t>
            </a:r>
            <a:r>
              <a:rPr lang="en-AU" dirty="0">
                <a:latin typeface="Graphik" panose="020B0503030202060203" pitchFamily="34" charset="77"/>
              </a:rPr>
              <a:t> </a:t>
            </a:r>
            <a:r>
              <a:rPr lang="en-AU" dirty="0" err="1">
                <a:latin typeface="Graphik" panose="020B0503030202060203" pitchFamily="34" charset="77"/>
              </a:rPr>
              <a:t>nec</a:t>
            </a:r>
            <a:r>
              <a:rPr lang="en-AU" dirty="0">
                <a:latin typeface="Graphik" panose="020B0503030202060203" pitchFamily="34" charset="77"/>
              </a:rPr>
              <a:t> </a:t>
            </a:r>
            <a:r>
              <a:rPr lang="en-AU" dirty="0" err="1">
                <a:latin typeface="Graphik" panose="020B0503030202060203" pitchFamily="34" charset="77"/>
              </a:rPr>
              <a:t>egestas</a:t>
            </a:r>
            <a:r>
              <a:rPr lang="en-AU" dirty="0">
                <a:latin typeface="Graphik" panose="020B0503030202060203" pitchFamily="34" charset="77"/>
              </a:rPr>
              <a:t> libero. </a:t>
            </a:r>
          </a:p>
          <a:p>
            <a:r>
              <a:rPr lang="en-AU" b="1" dirty="0">
                <a:latin typeface="Graphik" panose="020B0503030202060203" pitchFamily="34" charset="77"/>
              </a:rPr>
              <a:t>Project name</a:t>
            </a:r>
            <a:br>
              <a:rPr lang="en-AU" b="1" dirty="0">
                <a:latin typeface="Graphik" panose="020B0503030202060203" pitchFamily="34" charset="77"/>
              </a:rPr>
            </a:br>
            <a:r>
              <a:rPr lang="en-AU" b="1" dirty="0">
                <a:solidFill>
                  <a:schemeClr val="accent1"/>
                </a:solidFill>
                <a:latin typeface="Graphik" panose="020B0503030202060203" pitchFamily="34" charset="77"/>
              </a:rPr>
              <a:t>Client name</a:t>
            </a:r>
          </a:p>
          <a:p>
            <a:pPr lvl="2"/>
            <a:r>
              <a:rPr lang="en-AU" dirty="0">
                <a:latin typeface="Graphik" panose="020B0503030202060203" pitchFamily="34" charset="77"/>
              </a:rPr>
              <a:t>Lorem ipsum </a:t>
            </a:r>
            <a:r>
              <a:rPr lang="en-AU" dirty="0" err="1">
                <a:latin typeface="Graphik" panose="020B0503030202060203" pitchFamily="34" charset="77"/>
              </a:rPr>
              <a:t>dolor</a:t>
            </a:r>
            <a:r>
              <a:rPr lang="en-AU" dirty="0">
                <a:latin typeface="Graphik" panose="020B0503030202060203" pitchFamily="34" charset="77"/>
              </a:rPr>
              <a:t> sit </a:t>
            </a:r>
            <a:r>
              <a:rPr lang="en-AU" dirty="0" err="1">
                <a:latin typeface="Graphik" panose="020B0503030202060203" pitchFamily="34" charset="77"/>
              </a:rPr>
              <a:t>amet</a:t>
            </a:r>
            <a:r>
              <a:rPr lang="en-AU" dirty="0">
                <a:latin typeface="Graphik" panose="020B0503030202060203" pitchFamily="34" charset="77"/>
              </a:rPr>
              <a:t>, </a:t>
            </a:r>
            <a:r>
              <a:rPr lang="en-AU" dirty="0" err="1">
                <a:latin typeface="Graphik" panose="020B0503030202060203" pitchFamily="34" charset="77"/>
              </a:rPr>
              <a:t>consectetur</a:t>
            </a:r>
            <a:r>
              <a:rPr lang="en-AU" dirty="0">
                <a:latin typeface="Graphik" panose="020B0503030202060203" pitchFamily="34" charset="77"/>
              </a:rPr>
              <a:t> </a:t>
            </a:r>
            <a:r>
              <a:rPr lang="en-AU" dirty="0" err="1">
                <a:latin typeface="Graphik" panose="020B0503030202060203" pitchFamily="34" charset="77"/>
              </a:rPr>
              <a:t>adipiscing</a:t>
            </a:r>
            <a:r>
              <a:rPr lang="en-AU" dirty="0">
                <a:latin typeface="Graphik" panose="020B0503030202060203" pitchFamily="34" charset="77"/>
              </a:rPr>
              <a:t> </a:t>
            </a:r>
            <a:r>
              <a:rPr lang="en-AU" dirty="0" err="1">
                <a:latin typeface="Graphik" panose="020B0503030202060203" pitchFamily="34" charset="77"/>
              </a:rPr>
              <a:t>elit</a:t>
            </a:r>
            <a:r>
              <a:rPr lang="en-AU" dirty="0">
                <a:latin typeface="Graphik" panose="020B0503030202060203" pitchFamily="34" charset="77"/>
              </a:rPr>
              <a:t>. </a:t>
            </a:r>
            <a:r>
              <a:rPr lang="en-AU" dirty="0" err="1">
                <a:latin typeface="Graphik" panose="020B0503030202060203" pitchFamily="34" charset="77"/>
              </a:rPr>
              <a:t>Sed</a:t>
            </a:r>
            <a:r>
              <a:rPr lang="en-AU" dirty="0">
                <a:latin typeface="Graphik" panose="020B0503030202060203" pitchFamily="34" charset="77"/>
              </a:rPr>
              <a:t> </a:t>
            </a:r>
            <a:r>
              <a:rPr lang="en-AU" dirty="0" err="1">
                <a:latin typeface="Graphik" panose="020B0503030202060203" pitchFamily="34" charset="77"/>
              </a:rPr>
              <a:t>nec</a:t>
            </a:r>
            <a:r>
              <a:rPr lang="en-AU" dirty="0">
                <a:latin typeface="Graphik" panose="020B0503030202060203" pitchFamily="34" charset="77"/>
              </a:rPr>
              <a:t> </a:t>
            </a:r>
            <a:r>
              <a:rPr lang="en-AU" dirty="0" err="1">
                <a:latin typeface="Graphik" panose="020B0503030202060203" pitchFamily="34" charset="77"/>
              </a:rPr>
              <a:t>egestas</a:t>
            </a:r>
            <a:r>
              <a:rPr lang="en-AU" dirty="0">
                <a:latin typeface="Graphik" panose="020B0503030202060203" pitchFamily="34" charset="77"/>
              </a:rPr>
              <a:t> libero. </a:t>
            </a:r>
            <a:endParaRPr lang="en-US" dirty="0">
              <a:latin typeface="Graphik" panose="020B0503030202060203" pitchFamily="34" charset="77"/>
            </a:endParaRPr>
          </a:p>
        </p:txBody>
      </p:sp>
      <p:sp>
        <p:nvSpPr>
          <p:cNvPr id="8" name="Footer Placeholder 7">
            <a:extLst>
              <a:ext uri="{FF2B5EF4-FFF2-40B4-BE49-F238E27FC236}">
                <a16:creationId xmlns:a16="http://schemas.microsoft.com/office/drawing/2014/main" id="{D8ADF971-6BA4-C147-A7A5-812D521CC5C1}"/>
              </a:ext>
            </a:extLst>
          </p:cNvPr>
          <p:cNvSpPr>
            <a:spLocks noGrp="1"/>
          </p:cNvSpPr>
          <p:nvPr>
            <p:ph type="ftr" sz="quarter" idx="36"/>
          </p:nvPr>
        </p:nvSpPr>
        <p:spPr/>
        <p:txBody>
          <a:bodyPr/>
          <a:lstStyle/>
          <a:p>
            <a:r>
              <a:rPr lang="en-US"/>
              <a:t>Copyright © 2018 Accenture. All rights reserved.</a:t>
            </a:r>
            <a:endParaRPr lang="en-AU" dirty="0"/>
          </a:p>
        </p:txBody>
      </p:sp>
      <p:sp>
        <p:nvSpPr>
          <p:cNvPr id="9" name="Slide Number Placeholder 8">
            <a:extLst>
              <a:ext uri="{FF2B5EF4-FFF2-40B4-BE49-F238E27FC236}">
                <a16:creationId xmlns:a16="http://schemas.microsoft.com/office/drawing/2014/main" id="{DB873A7D-2B87-604D-B2E4-6B638658B49B}"/>
              </a:ext>
            </a:extLst>
          </p:cNvPr>
          <p:cNvSpPr>
            <a:spLocks noGrp="1"/>
          </p:cNvSpPr>
          <p:nvPr>
            <p:ph type="sldNum" sz="quarter" idx="37"/>
          </p:nvPr>
        </p:nvSpPr>
        <p:spPr/>
        <p:txBody>
          <a:bodyPr/>
          <a:lstStyle/>
          <a:p>
            <a:pPr>
              <a:defRPr/>
            </a:pPr>
            <a:fld id="{90CBDC3A-D49F-4631-A8C7-55D59B33E5FA}" type="slidenum">
              <a:rPr lang="en-US" smtClean="0"/>
              <a:pPr>
                <a:defRPr/>
              </a:pPr>
              <a:t>17</a:t>
            </a:fld>
            <a:endParaRPr lang="en-US" dirty="0"/>
          </a:p>
        </p:txBody>
      </p:sp>
      <p:sp>
        <p:nvSpPr>
          <p:cNvPr id="2" name="Title 1">
            <a:extLst>
              <a:ext uri="{FF2B5EF4-FFF2-40B4-BE49-F238E27FC236}">
                <a16:creationId xmlns:a16="http://schemas.microsoft.com/office/drawing/2014/main" id="{1BE6827A-D26A-1D41-8915-42D62C0B5694}"/>
              </a:ext>
            </a:extLst>
          </p:cNvPr>
          <p:cNvSpPr>
            <a:spLocks noGrp="1"/>
          </p:cNvSpPr>
          <p:nvPr>
            <p:ph type="title"/>
          </p:nvPr>
        </p:nvSpPr>
        <p:spPr/>
        <p:txBody>
          <a:bodyPr/>
          <a:lstStyle/>
          <a:p>
            <a:r>
              <a:rPr lang="en-US" dirty="0"/>
              <a:t>BRIAN </a:t>
            </a:r>
            <a:br>
              <a:rPr lang="en-US" dirty="0"/>
            </a:br>
            <a:r>
              <a:rPr lang="en-US" dirty="0"/>
              <a:t>WHIPPLE</a:t>
            </a:r>
          </a:p>
        </p:txBody>
      </p:sp>
      <p:sp>
        <p:nvSpPr>
          <p:cNvPr id="10" name="Rectangle 9">
            <a:extLst>
              <a:ext uri="{FF2B5EF4-FFF2-40B4-BE49-F238E27FC236}">
                <a16:creationId xmlns:a16="http://schemas.microsoft.com/office/drawing/2014/main" id="{4A582699-1AA1-2745-994B-593997232433}"/>
              </a:ext>
            </a:extLst>
          </p:cNvPr>
          <p:cNvSpPr/>
          <p:nvPr/>
        </p:nvSpPr>
        <p:spPr>
          <a:xfrm>
            <a:off x="12328143" y="1"/>
            <a:ext cx="2195492" cy="6858000"/>
          </a:xfrm>
          <a:prstGeom prst="rect">
            <a:avLst/>
          </a:prstGeom>
          <a:solidFill>
            <a:schemeClr val="accent2">
              <a:lumMod val="40000"/>
              <a:lumOff val="60000"/>
            </a:schemeClr>
          </a:solidFill>
          <a:ln w="12700" cmpd="sng">
            <a:noFill/>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1983" tIns="71983" rIns="71983" bIns="71983" rtlCol="0" anchor="t">
            <a:noAutofit/>
          </a:bodyPr>
          <a:lstStyle/>
          <a:p>
            <a:pPr>
              <a:lnSpc>
                <a:spcPct val="110000"/>
              </a:lnSpc>
              <a:spcBef>
                <a:spcPts val="1200"/>
              </a:spcBef>
            </a:pPr>
            <a:r>
              <a:rPr lang="en-US" sz="1050" b="1" dirty="0">
                <a:solidFill>
                  <a:srgbClr val="000000"/>
                </a:solidFill>
                <a:latin typeface="Graphik" panose="020B0503030202060203" pitchFamily="34" charset="77"/>
              </a:rPr>
              <a:t>HEADSHOTS</a:t>
            </a:r>
          </a:p>
          <a:p>
            <a:pPr>
              <a:lnSpc>
                <a:spcPct val="110000"/>
              </a:lnSpc>
              <a:spcBef>
                <a:spcPts val="300"/>
              </a:spcBef>
            </a:pPr>
            <a:r>
              <a:rPr lang="en-US" sz="900" dirty="0">
                <a:latin typeface="Graphik" panose="020B0503030202060203" pitchFamily="34" charset="77"/>
              </a:rPr>
              <a:t>To resize an image </a:t>
            </a:r>
            <a:r>
              <a:rPr lang="en-US" sz="900" b="1" dirty="0">
                <a:latin typeface="Graphik" panose="020B0503030202060203" pitchFamily="34" charset="77"/>
              </a:rPr>
              <a:t>DO NOT </a:t>
            </a:r>
            <a:r>
              <a:rPr lang="en-US" sz="900" dirty="0">
                <a:latin typeface="Graphik" panose="020B0503030202060203" pitchFamily="34" charset="77"/>
              </a:rPr>
              <a:t>stretch or squash it. To resize AND maintain proportions:</a:t>
            </a:r>
          </a:p>
          <a:p>
            <a:pPr marL="85708" indent="-85708">
              <a:lnSpc>
                <a:spcPct val="110000"/>
              </a:lnSpc>
              <a:spcBef>
                <a:spcPts val="300"/>
              </a:spcBef>
              <a:buFont typeface="Arial" charset="0"/>
              <a:buChar char="•"/>
            </a:pPr>
            <a:r>
              <a:rPr lang="en-US" sz="900" dirty="0">
                <a:latin typeface="Graphik" panose="020B0503030202060203" pitchFamily="34" charset="77"/>
              </a:rPr>
              <a:t>Right-click image &gt; Size and Position</a:t>
            </a:r>
          </a:p>
          <a:p>
            <a:pPr marL="85708" indent="-85708">
              <a:lnSpc>
                <a:spcPct val="110000"/>
              </a:lnSpc>
              <a:spcBef>
                <a:spcPts val="300"/>
              </a:spcBef>
              <a:buFont typeface="Arial" charset="0"/>
              <a:buChar char="•"/>
            </a:pPr>
            <a:r>
              <a:rPr lang="en-US" sz="900" dirty="0">
                <a:latin typeface="Graphik" panose="020B0503030202060203" pitchFamily="34" charset="77"/>
              </a:rPr>
              <a:t>On image properties ensure Height and Width percentages are equal. </a:t>
            </a:r>
          </a:p>
          <a:p>
            <a:pPr marL="85708" indent="-85708">
              <a:lnSpc>
                <a:spcPct val="110000"/>
              </a:lnSpc>
              <a:spcBef>
                <a:spcPts val="300"/>
              </a:spcBef>
              <a:buFont typeface="Arial" charset="0"/>
              <a:buChar char="•"/>
            </a:pPr>
            <a:r>
              <a:rPr lang="en-US" sz="900" dirty="0">
                <a:latin typeface="Graphik" panose="020B0503030202060203" pitchFamily="34" charset="77"/>
              </a:rPr>
              <a:t>Check Lock aspect ratio </a:t>
            </a:r>
          </a:p>
          <a:p>
            <a:pPr marL="85708" indent="-85708">
              <a:lnSpc>
                <a:spcPct val="110000"/>
              </a:lnSpc>
              <a:spcBef>
                <a:spcPts val="300"/>
              </a:spcBef>
              <a:buFont typeface="Arial" charset="0"/>
              <a:buChar char="•"/>
            </a:pPr>
            <a:r>
              <a:rPr lang="en-US" sz="900" dirty="0">
                <a:latin typeface="Graphik" panose="020B0503030202060203" pitchFamily="34" charset="77"/>
              </a:rPr>
              <a:t>Resize image. If specified final dimensions are different than your image, enlarge image to be larger than the final desired size, then use the Crop button to crop image to desired final size</a:t>
            </a:r>
          </a:p>
          <a:p>
            <a:pPr>
              <a:lnSpc>
                <a:spcPct val="110000"/>
              </a:lnSpc>
              <a:spcBef>
                <a:spcPts val="1200"/>
              </a:spcBef>
            </a:pPr>
            <a:r>
              <a:rPr lang="en-US" sz="1050" b="1" dirty="0">
                <a:solidFill>
                  <a:srgbClr val="000000"/>
                </a:solidFill>
                <a:latin typeface="Graphik" panose="020B0503030202060203" pitchFamily="34" charset="77"/>
              </a:rPr>
              <a:t>COLOR OF HEADSHOTS</a:t>
            </a:r>
          </a:p>
          <a:p>
            <a:pPr>
              <a:lnSpc>
                <a:spcPct val="110000"/>
              </a:lnSpc>
              <a:spcBef>
                <a:spcPts val="300"/>
              </a:spcBef>
            </a:pPr>
            <a:r>
              <a:rPr lang="en-US" sz="900" dirty="0">
                <a:latin typeface="Graphik" panose="020B0503030202060203" pitchFamily="34" charset="77"/>
              </a:rPr>
              <a:t>All headshots should be set to </a:t>
            </a:r>
            <a:r>
              <a:rPr lang="en-US" sz="900" b="1" dirty="0">
                <a:latin typeface="Graphik" panose="020B0503030202060203" pitchFamily="34" charset="77"/>
              </a:rPr>
              <a:t>greyscale</a:t>
            </a:r>
            <a:r>
              <a:rPr lang="en-US" sz="900" dirty="0">
                <a:latin typeface="Graphik" panose="020B0503030202060203" pitchFamily="34" charset="77"/>
              </a:rPr>
              <a:t> (p</a:t>
            </a:r>
            <a:r>
              <a:rPr lang="en-US" sz="900" dirty="0">
                <a:solidFill>
                  <a:srgbClr val="000000"/>
                </a:solidFill>
                <a:latin typeface="Graphik" panose="020B0503030202060203" pitchFamily="34" charset="77"/>
              </a:rPr>
              <a:t>46-49</a:t>
            </a:r>
            <a:r>
              <a:rPr lang="en-US" sz="900" dirty="0">
                <a:latin typeface="Graphik" panose="020B0503030202060203" pitchFamily="34" charset="77"/>
              </a:rPr>
              <a:t> of AI Style Guide for detail on resizing and displaying headshots).</a:t>
            </a:r>
          </a:p>
          <a:p>
            <a:pPr>
              <a:lnSpc>
                <a:spcPct val="110000"/>
              </a:lnSpc>
              <a:spcBef>
                <a:spcPts val="300"/>
              </a:spcBef>
            </a:pPr>
            <a:endParaRPr lang="en-US" sz="900" dirty="0">
              <a:latin typeface="Graphik" panose="020B0503030202060203" pitchFamily="34" charset="77"/>
            </a:endParaRPr>
          </a:p>
          <a:p>
            <a:pPr>
              <a:lnSpc>
                <a:spcPct val="110000"/>
              </a:lnSpc>
              <a:spcBef>
                <a:spcPts val="300"/>
              </a:spcBef>
            </a:pPr>
            <a:endParaRPr lang="en-US" sz="900" dirty="0">
              <a:latin typeface="Graphik" panose="020B0503030202060203" pitchFamily="34" charset="77"/>
            </a:endParaRPr>
          </a:p>
        </p:txBody>
      </p:sp>
      <p:sp>
        <p:nvSpPr>
          <p:cNvPr id="11" name="Rectangle 10">
            <a:extLst>
              <a:ext uri="{FF2B5EF4-FFF2-40B4-BE49-F238E27FC236}">
                <a16:creationId xmlns:a16="http://schemas.microsoft.com/office/drawing/2014/main" id="{1B740980-1273-8A44-96ED-608832C3AA9F}"/>
              </a:ext>
            </a:extLst>
          </p:cNvPr>
          <p:cNvSpPr/>
          <p:nvPr/>
        </p:nvSpPr>
        <p:spPr>
          <a:xfrm>
            <a:off x="12328143" y="5360839"/>
            <a:ext cx="2195492" cy="1497162"/>
          </a:xfrm>
          <a:prstGeom prst="rect">
            <a:avLst/>
          </a:prstGeom>
          <a:solidFill>
            <a:schemeClr val="accent3"/>
          </a:solidFill>
          <a:ln w="12700" cmpd="sng">
            <a:noFill/>
            <a:tailEnd type="none" w="med" len="med"/>
          </a:ln>
          <a:effectLst/>
        </p:spPr>
        <p:style>
          <a:lnRef idx="1">
            <a:schemeClr val="accent1"/>
          </a:lnRef>
          <a:fillRef idx="0">
            <a:schemeClr val="accent1"/>
          </a:fillRef>
          <a:effectRef idx="0">
            <a:schemeClr val="accent1"/>
          </a:effectRef>
          <a:fontRef idx="minor">
            <a:schemeClr val="tx1"/>
          </a:fontRef>
        </p:style>
        <p:txBody>
          <a:bodyPr lIns="71983" tIns="71983" rIns="71983" bIns="71983" rtlCol="0" anchor="t">
            <a:noAutofit/>
          </a:bodyPr>
          <a:lstStyle/>
          <a:p>
            <a:pPr>
              <a:spcBef>
                <a:spcPts val="300"/>
              </a:spcBef>
              <a:spcAft>
                <a:spcPts val="300"/>
              </a:spcAft>
            </a:pPr>
            <a:r>
              <a:rPr lang="en-US" sz="1000" dirty="0">
                <a:latin typeface="Graphik" panose="020B0503030202060203" pitchFamily="34" charset="77"/>
              </a:rPr>
              <a:t>SLIDES FOR INDIVIDUALS </a:t>
            </a:r>
            <a:br>
              <a:rPr lang="en-US" sz="1000" dirty="0">
                <a:latin typeface="Graphik" panose="020B0503030202060203" pitchFamily="34" charset="77"/>
              </a:rPr>
            </a:br>
            <a:r>
              <a:rPr lang="en-US" sz="1000" dirty="0">
                <a:latin typeface="Graphik" panose="020B0503030202060203" pitchFamily="34" charset="77"/>
              </a:rPr>
              <a:t>TO READ BY THEMSELVES </a:t>
            </a:r>
            <a:br>
              <a:rPr lang="en-US" sz="1000" dirty="0">
                <a:latin typeface="Graphik" panose="020B0503030202060203" pitchFamily="34" charset="77"/>
              </a:rPr>
            </a:br>
            <a:r>
              <a:rPr lang="en-US" sz="1000" u="sng" dirty="0">
                <a:latin typeface="Graphik" panose="020B0503030202060203" pitchFamily="34" charset="77"/>
              </a:rPr>
              <a:t>NOT</a:t>
            </a:r>
            <a:r>
              <a:rPr lang="en-US" sz="1000" dirty="0">
                <a:latin typeface="Graphik" panose="020B0503030202060203" pitchFamily="34" charset="77"/>
              </a:rPr>
              <a:t> FOR PRESENTING</a:t>
            </a:r>
            <a:endParaRPr lang="en-US" sz="1000" b="1" dirty="0">
              <a:latin typeface="Graphik" panose="020B0503030202060203" pitchFamily="34" charset="77"/>
            </a:endParaRPr>
          </a:p>
          <a:p>
            <a:pPr>
              <a:spcBef>
                <a:spcPts val="300"/>
              </a:spcBef>
              <a:spcAft>
                <a:spcPts val="300"/>
              </a:spcAft>
            </a:pPr>
            <a:r>
              <a:rPr lang="en-US" sz="1000" dirty="0">
                <a:latin typeface="Graphik" panose="020B0503030202060203" pitchFamily="34" charset="77"/>
              </a:rPr>
              <a:t>This layout is to be used only when providing slides for individuals to </a:t>
            </a:r>
            <a:r>
              <a:rPr lang="en-US" sz="1000" i="1" dirty="0">
                <a:latin typeface="Graphik" panose="020B0503030202060203" pitchFamily="34" charset="77"/>
              </a:rPr>
              <a:t>read on their own</a:t>
            </a:r>
            <a:r>
              <a:rPr lang="en-US" sz="1000" dirty="0">
                <a:latin typeface="Graphik" panose="020B0503030202060203" pitchFamily="34" charset="77"/>
              </a:rPr>
              <a:t>; this amount of detail should </a:t>
            </a:r>
            <a:r>
              <a:rPr lang="en-US" sz="1000" i="1" dirty="0">
                <a:latin typeface="Graphik" panose="020B0503030202060203" pitchFamily="34" charset="77"/>
              </a:rPr>
              <a:t>NEVER be presented</a:t>
            </a:r>
            <a:r>
              <a:rPr lang="en-US" sz="1000" dirty="0">
                <a:latin typeface="Graphik" panose="020B0503030202060203" pitchFamily="34" charset="77"/>
              </a:rPr>
              <a:t> to groups.</a:t>
            </a:r>
          </a:p>
        </p:txBody>
      </p:sp>
    </p:spTree>
    <p:extLst>
      <p:ext uri="{BB962C8B-B14F-4D97-AF65-F5344CB8AC3E}">
        <p14:creationId xmlns:p14="http://schemas.microsoft.com/office/powerpoint/2010/main" val="2964318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575</Words>
  <Application>Microsoft Office PowerPoint</Application>
  <PresentationFormat>Widescreen</PresentationFormat>
  <Paragraphs>124</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Black</vt:lpstr>
      <vt:lpstr>Calibri</vt:lpstr>
      <vt:lpstr>Calibri Light</vt:lpstr>
      <vt:lpstr>Graphik</vt:lpstr>
      <vt:lpstr>Graphik Black</vt:lpstr>
      <vt:lpstr>Graphik Regular</vt:lpstr>
      <vt:lpstr>Office Theme</vt:lpstr>
      <vt:lpstr>PowerPoint Presentation</vt:lpstr>
      <vt:lpstr>How do you explain that?    An assessment of black box model explainers</vt:lpstr>
      <vt:lpstr>PowerPoint Presentation</vt:lpstr>
      <vt:lpstr>PowerPoint Presentation</vt:lpstr>
      <vt:lpstr>PowerPoint Presentation</vt:lpstr>
      <vt:lpstr>PowerPoint Presentation</vt:lpstr>
      <vt:lpstr>PowerPoint Presentation</vt:lpstr>
      <vt:lpstr>“The degree of understanding 1) output 2) inner workings  of the model”</vt:lpstr>
      <vt:lpstr>Do we need to understand the inner workings of a predictive model?</vt:lpstr>
      <vt:lpstr>Methods</vt:lpstr>
      <vt:lpstr>Experimental setup</vt:lpstr>
      <vt:lpstr>Results &amp; Conclusion</vt:lpstr>
      <vt:lpstr>Discussion &amp; Future work</vt:lpstr>
      <vt:lpstr>INSERT QUOTE at 40pt min 36pt MAX 4 LINES AS SE ENIOLESTOTATE CON RAERUM ES INI EREPUDI ODIT EHENDIAM EUM.</vt:lpstr>
      <vt:lpstr>“THIS IS A BRIEF BUT IMPACTFUL QUOTE THAT CAN ALSO INCLUDE COLOR TO MAKE YOUR POINT.”</vt:lpstr>
      <vt:lpstr>INSERT MAIN TITLE  AT 36PT MIN 30PT</vt:lpstr>
      <vt:lpstr>BRIAN  WHIPPLE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Maas, Marnix</dc:creator>
  <cp:lastModifiedBy>Maas, Marnix</cp:lastModifiedBy>
  <cp:revision>1</cp:revision>
  <dcterms:created xsi:type="dcterms:W3CDTF">2020-03-02T12:37:50Z</dcterms:created>
  <dcterms:modified xsi:type="dcterms:W3CDTF">2020-03-02T14:43:05Z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bc0f418-96a4-4caf-9d7c-ccc5ec7f9d91_Enabled">
    <vt:lpwstr>true</vt:lpwstr>
  </property>
  <property fmtid="{D5CDD505-2E9C-101B-9397-08002B2CF9AE}" pid="3" name="MSIP_Label_1bc0f418-96a4-4caf-9d7c-ccc5ec7f9d91_SetDate">
    <vt:lpwstr>2020-03-02T12:37:57Z</vt:lpwstr>
  </property>
  <property fmtid="{D5CDD505-2E9C-101B-9397-08002B2CF9AE}" pid="4" name="MSIP_Label_1bc0f418-96a4-4caf-9d7c-ccc5ec7f9d91_Method">
    <vt:lpwstr>Privileged</vt:lpwstr>
  </property>
  <property fmtid="{D5CDD505-2E9C-101B-9397-08002B2CF9AE}" pid="5" name="MSIP_Label_1bc0f418-96a4-4caf-9d7c-ccc5ec7f9d91_Name">
    <vt:lpwstr>1bc0f418-96a4-4caf-9d7c-ccc5ec7f9d91</vt:lpwstr>
  </property>
  <property fmtid="{D5CDD505-2E9C-101B-9397-08002B2CF9AE}" pid="6" name="MSIP_Label_1bc0f418-96a4-4caf-9d7c-ccc5ec7f9d91_SiteId">
    <vt:lpwstr>e0793d39-0939-496d-b129-198edd916feb</vt:lpwstr>
  </property>
  <property fmtid="{D5CDD505-2E9C-101B-9397-08002B2CF9AE}" pid="7" name="MSIP_Label_1bc0f418-96a4-4caf-9d7c-ccc5ec7f9d91_ActionId">
    <vt:lpwstr>c6e29536-9639-4cb5-9c41-0000482e5967</vt:lpwstr>
  </property>
  <property fmtid="{D5CDD505-2E9C-101B-9397-08002B2CF9AE}" pid="8" name="MSIP_Label_1bc0f418-96a4-4caf-9d7c-ccc5ec7f9d91_ContentBits">
    <vt:lpwstr>0</vt:lpwstr>
  </property>
</Properties>
</file>